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8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40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E7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Investigating the Bilingual Aging Lexicon: A Network Analysis of Word Associations in Chinese–English Bilinguals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50 (2026) e70205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10.1111/cogs.70205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r>
              <a:rPr lang="zh-CN" alt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Society · Wiley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 w="12700">
            <a:solidFill>
              <a:srgbClr val="2F60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 w="12700">
            <a:solidFill>
              <a:srgbClr val="2F60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609344" y="36576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认知科学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50 (2026) · Article e70205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11784" y="877824"/>
            <a:ext cx="3686695" cy="5020056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2F6093"/>
            </a:solidFill>
            <a:prstDash val="solid"/>
          </a:ln>
          <a:effectLst>
            <a:outerShdw blurRad="88900" dist="38100" dir="5400000" algn="bl" rotWithShape="0">
              <a:srgbClr val="999999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32615" y="877824"/>
            <a:ext cx="3686695" cy="5020056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2F6093"/>
            </a:solidFill>
            <a:prstDash val="solid"/>
          </a:ln>
          <a:effectLst>
            <a:outerShdw blurRad="88900" dist="38100" dir="5400000" algn="bl" rotWithShape="0">
              <a:srgbClr val="999999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/tmp/claude-0/-home-user-NATIONAL-SS-Funding/d399dd62-2b1c-5986-baf9-d080933e5780/scratchpad/ppt-work/assets/trim-CS-first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689" y="947097"/>
            <a:ext cx="3433893" cy="482966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047DD6-92B0-3E30-AD21-FFC2CDCF6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537" y="947097"/>
            <a:ext cx="3404645" cy="4894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 err="1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双语词汇系统在成年期持续受到知识积累、语言使用和认知老化的共同影响</a:t>
            </a: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 err="1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词汇联想网络可通过连接、路径、聚集与社群结构，呈现词汇组织随年龄发生的整体变化</a:t>
            </a: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大规模生命周期研究发现，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语义网络的连接度在成年早期达到峰值后下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降，路径长度、聚类与模块化随年龄呈现阶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段性变化（Dubossarsky et al., 2017；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Wulff et al., 2022）。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老年群体内部差异较大，持续学习和丰富语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言经验可能维持或重组网络结构（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 et al.,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2021；Hills, 2025）。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双语成人词汇网络的年龄变化证据有限，既有研究多聚焦年轻成人或单一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年龄组，难以揭示中年至晚年的连续轨迹。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既有双语网络研究主要基于语义流畅性任务、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受限语义类别或描述性比较，母语与二语网络差异的结论并不一致（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 et al., 2016；Agustín-Llach &amp; Palapanidi, 2024）。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同一批双语者的母语与二语自由词汇联想网络是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否呈现相同的年龄轨迹，尚缺少系统的统计检验。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47188" y="2057400"/>
            <a:ext cx="1060704" cy="1060704"/>
          </a:xfrm>
          <a:prstGeom prst="ellipse">
            <a:avLst/>
          </a:prstGeom>
          <a:solidFill>
            <a:srgbClr val="1E3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4718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母语汉语和二语英语网络的平均度、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平均最短路径、聚类系数</a:t>
            </a:r>
            <a:endParaRPr lang="en-US" sz="1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和模块度如何随年龄变化？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3628" y="2057400"/>
            <a:ext cx="1060704" cy="1060704"/>
          </a:xfrm>
          <a:prstGeom prst="ellipse">
            <a:avLst/>
          </a:prstGeom>
          <a:solidFill>
            <a:srgbClr val="1E3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5362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375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母语与二语的年龄变化轨迹是否存在差异？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r>
              <a:rPr lang="en-US" sz="1600" i="1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117 人，女性 78、男性 39；29 人有海外学习经历。均来自江苏高校，未报告神经或认知障碍。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 SD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样本说明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30–40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36.23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41–50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42.73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51–60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54.53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61–70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65.04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在职大学英语教师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r>
              <a:rPr lang="en-US" sz="1600" i="1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汉英两套刺激词用于构建可比较的母语与二语词汇联想网络。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覆盖范围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控制变量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名词、动词、形容词；具体词与抽象词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词性、具体性、词长；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多数位于前 2000 高频词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汉语对应词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词性、具体性、笔画数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在线程序逐词呈现 30 个刺激词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时间要求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不设时间限制，自然即时作答；支持键盘输入和语音转写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1F5FA"/>
          </a:solidFill>
          <a:ln w="15875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年下半年开展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参与者先完成英语任务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7EDF4"/>
          </a:solidFill>
          <a:ln w="15875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 个月后完成汉语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刺激词顺序与要求相同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1F5FA"/>
          </a:solidFill>
          <a:ln w="15875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反应数量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30–60 岁：每语言 2700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岁：每语言 2430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7EDF4"/>
          </a:solidFill>
          <a:ln w="15875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1E3D6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英：美式、拼写、词形还原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汉：按需删除形容词后的“的”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两次任务采用相同刺激词顺序与作答要求，确保母语与二语网络可比。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采用反应词—反应词网络。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节点为独特反应词；同一刺激词下共同出现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的反应词形成边；边权表示词对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共同出现于不同刺激词下的次数。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计算平均度〈k〉、平均最短路径 L、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 C 和模块度 Q。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每个原始网络抽取 100 个含 1000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节点的 BFS 子图以控制网络规模；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通过年龄组 × 语言分析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检验主效应和交互作用。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研究结果（RQ1）年龄效应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四项网络指标均存在显著年龄效应（均 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.001），变化并非线性下降。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平均度在 41–50 岁达到峰值；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平均最短路径在中年阶段较短，随后回升。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聚类系数与模块度总体呈 U 形或阶段性波动，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晚年母语网络模块度明显升高。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669280" cy="24765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30–40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41–50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51–60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61–70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61.94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51.85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58.78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62.35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2.565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2.382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2.495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2.115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2.326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2.264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.935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.945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.897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.767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.598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claude-0/-home-user-NATIONAL-SS-Funding/d399dd62-2b1c-5986-baf9-d080933e5780/scratchpad/ppt-work/assets/net-30汉语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30–40 岁 · 汉语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tmp/claude-0/-home-user-NATIONAL-SS-Funding/d399dd62-2b1c-5986-baf9-d080933e5780/scratchpad/ppt-work/assets/net-60汉语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汉语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从中年到晚年，母语网络社群分块更清晰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——晚年模块度回升，呈现补偿性重组。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研究结果（RQ2）跨语言差异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语言主效应与年龄 × 语言交互作用在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四项指标上均显著（均 p &lt; .001）。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母语网络整体具有更高的聚类系数和模块度，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连接结构更稳定、社群分隔更清晰。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二语网络的年龄变化幅度更大，</a:t>
            </a:r>
            <a:endParaRPr lang="en-US" sz="15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尤其体现在平均度和模块度的阶段性波动。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669280" cy="22738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 ηp²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 ηp²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主要跨语言差异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.802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.821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多数年龄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组母语更高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.796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.814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多数年龄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组母语更长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.973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.702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四组均母语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.951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四组均母语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6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二语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claude-0/-home-user-NATIONAL-SS-Funding/d399dd62-2b1c-5986-baf9-d080933e5780/scratchpad/ppt-work/assets/net-60汉语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汉语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2F6093"/>
            </a:solidFill>
            <a:prstDash val="solid"/>
          </a:ln>
          <a:effectLst>
            <a:outerShdw blurRad="63500" dist="25400" dir="5400000" algn="bl" rotWithShape="0">
              <a:srgbClr val="AAAAA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tmp/claude-0/-home-user-NATIONAL-SS-Funding/d399dd62-2b1c-5986-baf9-d080933e5780/scratchpad/ppt-work/assets/net-60英语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7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 · 英语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同一年龄组内，母语网络社群结构更清晰、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聚集更强；二语网络结构对年龄更敏感。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年龄轨迹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平均度的倒 U 形轨迹与生命周期研究的总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体趋势一致，但峰值延后至 41–50 岁；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样本持续使用英语且教育程度较高，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可能延长网络扩展期（Dubossarsky et 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al., 2017；Jeong &amp; Hills, 2024）。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语言差异与晚年重组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母语网络表现出更高的聚集和模块化，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反映更成熟的局部连接与社群结构。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61–70 岁组模块度升高，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可从补偿性重组视角理解，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即通过更分隔的子系统维持词汇加工（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Reuter-Lorenz &amp; Cappell, 2008；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 et al., 2023）。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二语更明显的波动说明其结构</a:t>
            </a:r>
            <a:endParaRPr lang="en-US" sz="18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对语言经验和年龄变化更敏感。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双语词汇老化具有明显的阶段性，中年并非简单过渡期，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而是连接度达峰、网络结构发生转折的重要阶段。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持续的二语使用与高水平认知活动可能延缓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部分网络变化，并支持晚年阶段的结构重组。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研究双语老化需同时考察母语与二语，并区分网络规模、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全局效率、局部聚集和社群结构等不同维度。</a:t>
            </a:r>
            <a:endParaRPr lang="en-US" sz="2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采用群体层面的反应词—反应词网络，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尚不能直接揭示个体内部母语与二语网络的对应关系。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样本为高教育水平、语言活动频繁的大学英语教师，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61–70 岁组人数较少，结论普适性仍需检验。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1F5FA"/>
          </a:solidFill>
          <a:ln w="12700">
            <a:solidFill>
              <a:srgbClr val="E7EDF4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认知健康主要依据自我报告；后续可结合个体网络、</a:t>
            </a:r>
            <a:endParaRPr lang="en-US" sz="2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20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纵向追踪、标准化认知测评及其他网络构建方式。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2F60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60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(2026)   </a:t>
            </a: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Agustín-Llach, M. P., &amp; Palapanidi, K. (2024). Apples, tomatoes, and health: Comparison of structural characteristics of the L1 and L2 mental lexicons. Applied Psycholinguistics, 45(5), 1–24.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squash: The structure of the second language lexicon. Cognition, 156, 60–70.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Cosgrove, A. L., Kenett, Y. N., Beaty, R. E., &amp; Diaz, M. T. (2021). Quantifying flexibility in thought: The resiliency of semantic networks differs across the lifespan. Cognition, 211, 104631.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Cosgrove, A. L., Beaty, R. E., Diaz, M. T., &amp; Kenett, Y. N. (2023). Age differences in semantic network structure. Psychology and Aging, 38(2), 87–102.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Hills, T. T. (2025). Cognitive network enrichment, not degradation, explains the aging mental lexicon. Psychological Review, 133(2), 488–506.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Reuter-Lorenz, P. A., &amp; Cappell, K. A. (2008). Neurocognitive aging and the compensation hypothesis. Current Directions in Psychological Science, 17(3), 177–182.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0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Wulff, D., Hills, T., &amp; Mata, R. (2022). Structural differences in the semantic networks of younger and older adults. Scientific Reports, 12, 21459.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1F5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claude-0/-home-user-NATIONAL-SS-Funding/d399dd62-2b1c-5986-baf9-d080933e5780/scratchpad/ppt-work/assets/logo-su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3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Cognitive Science 50 (2026) e70205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1172</Words>
  <Application>Microsoft Office PowerPoint</Application>
  <PresentationFormat>宽屏</PresentationFormat>
  <Paragraphs>326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修 马</cp:lastModifiedBy>
  <cp:revision>3</cp:revision>
  <dcterms:created xsi:type="dcterms:W3CDTF">2026-10-24T07:25:25Z</dcterms:created>
  <dcterms:modified xsi:type="dcterms:W3CDTF">2026-10-24T14:40:39Z</dcterms:modified>
</cp:coreProperties>
</file>