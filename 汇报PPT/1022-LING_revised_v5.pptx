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846320" cy="4846320"/>
          </a:xfrm>
          <a:prstGeom prst="ellipse">
            <a:avLst/>
          </a:prstGeom>
          <a:ln w="177800">
            <a:solidFill>
              <a:srgbClr val="F7EC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1920240" cy="1920240"/>
          </a:xfrm>
          <a:prstGeom prst="ellipse">
            <a:avLst/>
          </a:prstGeom>
          <a:solidFill>
            <a:srgbClr val="FBF4ED"/>
          </a:solidFill>
          <a:ln/>
        </p:spPr>
      </p:sp>
      <p:pic>
        <p:nvPicPr>
          <p:cNvPr id="4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F7EC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'Did I repeat so many English words?': Stability of L1 and L2 Word Association Responses over Time and across Response Positions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Xin Wang · Ping Zhang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10.1016/j.lingua.2024.103804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资助项目：国家社会科学基金（23BYY178）；江苏高校哲学社会科学研究重大项目（2022SJZD126）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Elsevier · SSCI 期刊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C25A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307592" cy="420624"/>
          </a:xfrm>
          <a:prstGeom prst="roundRect">
            <a:avLst>
              <a:gd name="adj" fmla="val 50000"/>
            </a:avLst>
          </a:prstGeom>
          <a:solidFill>
            <a:srgbClr val="F7ECE3"/>
          </a:solidFill>
          <a:ln w="12700">
            <a:solidFill>
              <a:srgbClr val="C25A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9344" y="365760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 Q1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Volume 310 (2024) · Article 103804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4" name="Image 0" descr="/tmp/claude-0/-home-user-NATIONAL-SS-Funding/d399dd62-2b1c-5986-baf9-d080933e5780/scratchpad/ppt-work/assets/cover-crop-L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768" y="1618950"/>
            <a:ext cx="2980944" cy="412302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8920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期刊封面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5496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7" name="Image 1" descr="/tmp/claude-0/-home-user-NATIONAL-SS-Funding/d399dd62-2b1c-5986-baf9-d080933e5780/scratchpad/ppt-work/assets/trim-LING-first-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8" y="1682508"/>
            <a:ext cx="2980944" cy="399590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496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词汇联想任务（WAT）通过即时反应考察心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理词汇的连接方式。既有研究主要比较母语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与二语的反应类型、反应速度和联想常模，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显示两种语言的词汇组织与提取存在差异（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 &amp; Izura, 2011；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 &amp; Thwaites, 2020）。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测试—重测研究表明，联想反应具有一定稳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定性，但自由联想也会随时间和个体状态发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生变化（Gekoski &amp; Riegel, 1966；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 et al., 2015）。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二语学习者在重复测试中常只重复部分反应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，说明联想稳定性可反映词汇表征的可及性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与竞争程度（Fitzpatrick, 2012）。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既有联想稳定性研究多关注单一语言、常模或单个反应位置，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对同一批双语者母语与二语的稳定性缺少直接比较。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母语与二语稳定性是否在参与者层面和刺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激词层面呈现一致关系，尚未得到检验。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连续词汇联想任务常收集多个反应，但研究主要用其扩大数据量，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对不同反应位置的稳定性变化关注不足（Nissen 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 Henriksen, 2006；Schmitt, 1998）。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7944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7944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母语汉语与二语英语的总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体联想稳定性（AS）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是否存在差异？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5040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5040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母语与二语的联想稳定性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在参与者层面和刺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激词层面是否相关？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21368" y="2057400"/>
            <a:ext cx="1060704" cy="1060704"/>
          </a:xfrm>
          <a:prstGeom prst="ellipse">
            <a:avLst/>
          </a:prstGeom>
          <a:solidFill>
            <a:srgbClr val="A848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2136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反应位置是否影响母语与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二语的联想稳定性？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招募与最终样本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招募 40 人；1 人退出，最终 39 人完成全部测试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 = 19.73，SD = 1.13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专业与英语水平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英语或英语教育专业；均通过大学英语四级考试（CET-4）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学习经历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平均英语学习年限 12.10 年；无海外学习经历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两套材料用于比较相同概念在母语与二语中的联想稳定性。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5029200"/>
                <a:gridCol w="283464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词汇特征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示例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高频词；名词、动词、形容词；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具体词与抽象词；3–10 个字母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kitchen, smile, value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与英语词构成翻译对应关系，词性与具体性匹配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厨房、微笑、价值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个刺激词逐个呈现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作答方式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每个刺激词输入最先想到的 3 个同语种反应词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作答要求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不设时间限制，但要求尽快、自然作答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BF4ED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第一轮测试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先完成汉语任务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周后完成英语任务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7ECE3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第二轮测试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再间隔 1 周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按相同顺序完成汉语、英语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BF4ED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测试—重测间隔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同一语言两次测试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间隔均为 2 周，顺序一致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C25A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7ECE3"/>
          </a:solidFill>
          <a:ln w="15875">
            <a:solidFill>
              <a:srgbClr val="C25A1C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A848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拼写校正 + 词形还原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比较两次重复出现的反应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参与者事先不知道还会进行第二轮测试，以减少刻意记忆和重复。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联想稳定性（AS）定义为两次测试中重复反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应数占总反应数的百分比。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分别在参与者层面和刺激词层面计算总体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 与各反应位置的 AS。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统计方法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总体母语—二语差异采用独立样本 t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检验；跨语言相关采用 Pearson 相关。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反应位置分析考察语言 × 位置效应：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参与者层面使用双因素 Welch 方差分析，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刺激词层面使用双因素方差分析，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并进行 Tukey 事后比较。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参与者层面，二语英语的总体联想稳定性显著高于母语汉语（差值 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7.35 个百分点，p &lt; .01，d = .703）。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刺激词层面，二语英语同样显著更高（差值 5.87 个百分点，p &lt; .001，d = .868）。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两种分析单位结论一致：两周后英语反应的重复率高于汉语。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 AS（M±SD）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 AS（M±SD）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检验结果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31.74% ± 10.46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39.09% ± 10.86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.01；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= .703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62.68% ± 6.76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68.55% ± 5.37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&lt; .001；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= .868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348386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36118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= .868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270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刺激词层面效应量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49640" y="499262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9640" y="512064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+7.35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577900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 AS 差值（百分点）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参与者层面，母语与二语 AS 呈中等偏强正相关（r = .636，p &lt; .001）。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刺激词层面，汉英翻译对应词的 AS 相关不显著（r = .155，p = .414）。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联想稳定性具有跨语言的个体一致性，但具体刺激词不会在两种语言中表现出对应的稳定程度。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7498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280160"/>
                <a:gridCol w="210312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相关系数 r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 CI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.636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.001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[.400, .792]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正相关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.155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.414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[-.218, .488]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348386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36118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.636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270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参与者层面跨语言相关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母语与二语的 AS 均从第一反应位置到第三反应位置持续下降。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位置主效应显著且效应量大：参与者层面 η² 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.666，刺激词层面 η² = .625（均 p &lt; .001）。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语言主效应与语言 × 位置交互均不显著，位置效应在两种语言中表现一致。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7498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分析单位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第三位置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4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33.50%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12.73%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6.67%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38.72%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15.73%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64.96%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44.27%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31.37%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刺激词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70.34%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52.74%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A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37.69%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E3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3483864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36118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η² = .666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27024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位置主效应（参与者层面）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二语联想稳定性更高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较高的二语重复率可能与二语词汇网络规模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较小、连接较少有关：可竞争的替代反应有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限，优势表征更易在两次测试中被重复提取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（Meara, 2009；Wilks &amp; Meara,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2002）。母语网络更丰富，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同一刺激可激活更多近义或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相关反应，重复率相对较低。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个体一致性与位置效应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参与者层面的跨语言相关说明，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个体的词汇组织或作答策略在两种语言中具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有一致性。AS 从第一到第三位置下降，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符合扩散激活观点：激活从强连接逐步扩散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至较弱、较个人化的连接，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后续反应因而更不稳定（Collins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 Loftus, 1975）。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联想稳定性可作为观察词汇表征可及性与竞争程度的补充指标，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但较高稳定性并不等同于更成熟或更丰富的词汇网络。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参与者层面与刺激词层面的结果不能相互替代：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前者反映个体差异，后者反映群体常模的稳定程度。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连续词汇联想任务必须区分反应位置；第一反应最稳定，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后续反应更易受到弱连接和个人经验影响。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同一语言的测试—重测间隔仅为两周，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其他时间间隔下的二语联想稳定性仍需验证。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材料均为高频刺激词，结果是否适用于低频词、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专业词汇或不同词类仍不确定。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BF4ED"/>
          </a:solidFill>
          <a:ln w="12700">
            <a:solidFill>
              <a:srgbClr val="F7ECE3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C25A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未对稳定和不稳定反应的语义关系类型进行分类；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后续可结合反应类型、词频、熟练度与网络指标开展纵向研究。</a:t>
            </a:r>
            <a:endParaRPr lang="en-US" sz="2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C25A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25A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(2024)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Collins, A. M., &amp; Loftus, E. F. (1975). A spreading-activation theory of semantic processing. Psychological Review, 82, 407.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 (2012). Tracking the changes: Vocabulary acquisition in the study abroad context. Language Learning Journal, 40, 81–98.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Izura, C. (2011). Word association in L1 and L2. Studies in Second Language Acquisition, 33, 373–398.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Playfoot, D., Wray, A., &amp; Wright, M. J. (2015). Establishing the reliability of word association data. Applied Linguistics, 36, 23–50.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Fitzpatrick, T., &amp; Thwaites, P. (2020). Word association research and the L2 lexicon. Language Teaching, 53, 237–274.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Gekoski, W. L., &amp; Riegel, K. F. (1966). A study of the one-week stability of the Michigan restricted association norms. Psychological Reports, 18, 397–398.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 (2009). Connected Words: Word Associations and Second Language Vocabulary Acquisition. John Benjamins.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Nissen, H. B., &amp; Henriksen, B. (2006). Word class influence on word association test results. International Journal of Applied Linguistics, 16, 389–408.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A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Wilks, C., &amp; Meara, P. (2002). Untangling word webs. Second Language Research, 18, 303–324.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BF4ED"/>
          </a:solidFill>
          <a:ln/>
        </p:spPr>
      </p:sp>
      <p:pic>
        <p:nvPicPr>
          <p:cNvPr id="3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848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 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Lingua 310 (2024) 103804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2026-10-24T07:25:25Z</dcterms:created>
  <dcterms:modified xsi:type="dcterms:W3CDTF">2026-10-24T07:25:25Z</dcterms:modified>
</cp:coreProperties>
</file>