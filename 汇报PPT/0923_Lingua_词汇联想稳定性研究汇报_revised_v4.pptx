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6578e2e1144ff" /><Relationship Type="http://schemas.openxmlformats.org/officeDocument/2006/relationships/extended-properties" Target="/docProps/app.xml" Id="Ree817b78b6634ab0" /><Relationship Type="http://schemas.openxmlformats.org/officeDocument/2006/relationships/officeDocument" Target="/ppt/presentation.xml" Id="Re1dfb521293043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cf21dee78a4945"/>
  </p:sldMasterIdLst>
  <p:notesMasterIdLst>
    <p:notesMasterId xmlns:r="http://schemas.openxmlformats.org/officeDocument/2006/relationships" r:id="Rd0e423e20e1b449e"/>
  </p:notesMasterIdLst>
  <p:sldIdLst>
    <p:sldId xmlns:r="http://schemas.openxmlformats.org/officeDocument/2006/relationships" id="256" r:id="Ra4cb6f19c5a84ca4"/>
    <p:sldId xmlns:r="http://schemas.openxmlformats.org/officeDocument/2006/relationships" id="257" r:id="Rb4923fb159884e1c"/>
    <p:sldId xmlns:r="http://schemas.openxmlformats.org/officeDocument/2006/relationships" id="258" r:id="Rf763ee854263489a"/>
    <p:sldId xmlns:r="http://schemas.openxmlformats.org/officeDocument/2006/relationships" id="259" r:id="Rc44fdcc2f7b1479f"/>
    <p:sldId xmlns:r="http://schemas.openxmlformats.org/officeDocument/2006/relationships" id="260" r:id="Rd26bcdde90d94243"/>
    <p:sldId xmlns:r="http://schemas.openxmlformats.org/officeDocument/2006/relationships" id="261" r:id="R2664c8ce969c41c5"/>
    <p:sldId xmlns:r="http://schemas.openxmlformats.org/officeDocument/2006/relationships" id="262" r:id="R20e27222e7b9434a"/>
    <p:sldId xmlns:r="http://schemas.openxmlformats.org/officeDocument/2006/relationships" id="263" r:id="R45da10e6e05b4262"/>
    <p:sldId xmlns:r="http://schemas.openxmlformats.org/officeDocument/2006/relationships" id="264" r:id="Rcfe077bd2c16459b"/>
    <p:sldId xmlns:r="http://schemas.openxmlformats.org/officeDocument/2006/relationships" id="265" r:id="Rccf2adcf61744016"/>
    <p:sldId xmlns:r="http://schemas.openxmlformats.org/officeDocument/2006/relationships" id="266" r:id="R3ea95ae086a44497"/>
    <p:sldId xmlns:r="http://schemas.openxmlformats.org/officeDocument/2006/relationships" id="267" r:id="R405dce96b45d4743"/>
    <p:sldId xmlns:r="http://schemas.openxmlformats.org/officeDocument/2006/relationships" id="268" r:id="R9fd9f0197e354a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42798303de4800" /><Relationship Type="http://schemas.openxmlformats.org/officeDocument/2006/relationships/slideMaster" Target="/ppt/slideMasters/slideMaster1.xml" Id="R7bcf21dee78a4945" /><Relationship Type="http://schemas.openxmlformats.org/officeDocument/2006/relationships/notesMaster" Target="/ppt/notesMasters/notesMaster1.xml" Id="Rd0e423e20e1b449e" /><Relationship Type="http://schemas.openxmlformats.org/officeDocument/2006/relationships/presProps" Target="/ppt/presProps.xml" Id="R66a41693c98845a0" /><Relationship Type="http://schemas.openxmlformats.org/officeDocument/2006/relationships/viewProps" Target="/ppt/viewProps.xml" Id="Rd9cfba953b5c4c5c" /><Relationship Type="http://schemas.openxmlformats.org/officeDocument/2006/relationships/tableStyles" Target="/ppt/tableStyles.xml" Id="Re846361101824d11" /><Relationship Type="http://schemas.openxmlformats.org/officeDocument/2006/relationships/slide" Target="/ppt/slides/slide1.xml" Id="Ra4cb6f19c5a84ca4" /><Relationship Type="http://schemas.openxmlformats.org/officeDocument/2006/relationships/slide" Target="/ppt/slides/slide2.xml" Id="Rb4923fb159884e1c" /><Relationship Type="http://schemas.openxmlformats.org/officeDocument/2006/relationships/slide" Target="/ppt/slides/slide3.xml" Id="Rf763ee854263489a" /><Relationship Type="http://schemas.openxmlformats.org/officeDocument/2006/relationships/slide" Target="/ppt/slides/slide4.xml" Id="Rc44fdcc2f7b1479f" /><Relationship Type="http://schemas.openxmlformats.org/officeDocument/2006/relationships/slide" Target="/ppt/slides/slide5.xml" Id="Rd26bcdde90d94243" /><Relationship Type="http://schemas.openxmlformats.org/officeDocument/2006/relationships/slide" Target="/ppt/slides/slide6.xml" Id="R2664c8ce969c41c5" /><Relationship Type="http://schemas.openxmlformats.org/officeDocument/2006/relationships/slide" Target="/ppt/slides/slide7.xml" Id="R20e27222e7b9434a" /><Relationship Type="http://schemas.openxmlformats.org/officeDocument/2006/relationships/slide" Target="/ppt/slides/slide8.xml" Id="R45da10e6e05b4262" /><Relationship Type="http://schemas.openxmlformats.org/officeDocument/2006/relationships/slide" Target="/ppt/slides/slide9.xml" Id="Rcfe077bd2c16459b" /><Relationship Type="http://schemas.openxmlformats.org/officeDocument/2006/relationships/slide" Target="/ppt/slides/slide10.xml" Id="Rccf2adcf61744016" /><Relationship Type="http://schemas.openxmlformats.org/officeDocument/2006/relationships/slide" Target="/ppt/slides/slide11.xml" Id="R3ea95ae086a44497" /><Relationship Type="http://schemas.openxmlformats.org/officeDocument/2006/relationships/slide" Target="/ppt/slides/slide12.xml" Id="R405dce96b45d4743" /><Relationship Type="http://schemas.openxmlformats.org/officeDocument/2006/relationships/slide" Target="/ppt/slides/slide13.xml" Id="R9fd9f0197e35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2b7a5f215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cff1bd51a42cf" /><Relationship Type="http://schemas.openxmlformats.org/officeDocument/2006/relationships/notesMaster" Target="/ppt/notesMasters/notesMaster1.xml" Id="Rf90f3b0840f24a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294182baa4692" /><Relationship Type="http://schemas.openxmlformats.org/officeDocument/2006/relationships/notesMaster" Target="/ppt/notesMasters/notesMaster1.xml" Id="R2dd904e1aac14d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0e4f2044a84447" /><Relationship Type="http://schemas.openxmlformats.org/officeDocument/2006/relationships/notesMaster" Target="/ppt/notesMasters/notesMaster1.xml" Id="R23aa01f92eb548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f30a452687410c" /><Relationship Type="http://schemas.openxmlformats.org/officeDocument/2006/relationships/notesMaster" Target="/ppt/notesMasters/notesMaster1.xml" Id="R57455725c5a3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86eff462f4795" /><Relationship Type="http://schemas.openxmlformats.org/officeDocument/2006/relationships/notesMaster" Target="/ppt/notesMasters/notesMaster1.xml" Id="R4ca4055b53bb47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6a99b87914be9" /><Relationship Type="http://schemas.openxmlformats.org/officeDocument/2006/relationships/notesMaster" Target="/ppt/notesMasters/notesMaster1.xml" Id="Rc6065e0efa1a41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2df2ba00b243d7" /><Relationship Type="http://schemas.openxmlformats.org/officeDocument/2006/relationships/notesMaster" Target="/ppt/notesMasters/notesMaster1.xml" Id="R41cee807523f45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3e7b5557e94d5e" /><Relationship Type="http://schemas.openxmlformats.org/officeDocument/2006/relationships/notesMaster" Target="/ppt/notesMasters/notesMaster1.xml" Id="R218291798ea8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3fde39b524715" /><Relationship Type="http://schemas.openxmlformats.org/officeDocument/2006/relationships/notesMaster" Target="/ppt/notesMasters/notesMaster1.xml" Id="R464a6a58cf2a4e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fd565cbea49aa" /><Relationship Type="http://schemas.openxmlformats.org/officeDocument/2006/relationships/notesMaster" Target="/ppt/notesMasters/notesMaster1.xml" Id="R195c3d4a945741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24acea159c42ba" /><Relationship Type="http://schemas.openxmlformats.org/officeDocument/2006/relationships/notesMaster" Target="/ppt/notesMasters/notesMaster1.xml" Id="Rc25d28d5786d4f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6bd3703c9949d1" /><Relationship Type="http://schemas.openxmlformats.org/officeDocument/2006/relationships/notesMaster" Target="/ppt/notesMasters/notesMaster1.xml" Id="Ra6f57004cb5943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2f52abe04d4fe5" /><Relationship Type="http://schemas.openxmlformats.org/officeDocument/2006/relationships/notesMaster" Target="/ppt/notesMasters/notesMaster1.xml" Id="Re69947fbf6bb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635865651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0a028cd114137" /><Relationship Type="http://schemas.openxmlformats.org/officeDocument/2006/relationships/slideLayout" Target="/ppt/slideLayouts/slideLayout1.xml" Id="R56eb986d7651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b986d7651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90a1b55a94b59" /><Relationship Type="http://schemas.openxmlformats.org/officeDocument/2006/relationships/notesSlide" Target="/ppt/notesSlides/notesSlide1.xml" Id="Ra9dc6f3fb6d4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e1029e9fe44ac" /><Relationship Type="http://schemas.openxmlformats.org/officeDocument/2006/relationships/notesSlide" Target="/ppt/notesSlides/notesSlide2.xml" Id="Rf14440a3fb6d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02687cefc411f" /><Relationship Type="http://schemas.openxmlformats.org/officeDocument/2006/relationships/notesSlide" Target="/ppt/notesSlides/notesSlide3.xml" Id="Rf658d340dd5b42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5298565734b2a" /><Relationship Type="http://schemas.openxmlformats.org/officeDocument/2006/relationships/notesSlide" Target="/ppt/notesSlides/notesSlide4.xml" Id="Rc4e1631a6c1f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bf7f8e8fc408e" /><Relationship Type="http://schemas.openxmlformats.org/officeDocument/2006/relationships/notesSlide" Target="/ppt/notesSlides/notesSlide5.xml" Id="R7eee9ee8597c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75b2422884103" /><Relationship Type="http://schemas.openxmlformats.org/officeDocument/2006/relationships/notesSlide" Target="/ppt/notesSlides/notesSlide6.xml" Id="R23bbb41ac3ff44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c98a28654127" /><Relationship Type="http://schemas.openxmlformats.org/officeDocument/2006/relationships/notesSlide" Target="/ppt/notesSlides/notesSlide7.xml" Id="Reb678bfc60934a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994d2836b405b" /><Relationship Type="http://schemas.openxmlformats.org/officeDocument/2006/relationships/chart" Target="/ppt/slides/charts/chart1.xml" Id="R8f1dbb4169044c9f" /><Relationship Type="http://schemas.openxmlformats.org/officeDocument/2006/relationships/notesSlide" Target="/ppt/notesSlides/notesSlide8.xml" Id="R3ada5ba51e7048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8f5cd7fe43d8" /><Relationship Type="http://schemas.openxmlformats.org/officeDocument/2006/relationships/notesSlide" Target="/ppt/notesSlides/notesSlide9.xml" Id="R2421f64e28054f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9f1465ee4037" /><Relationship Type="http://schemas.openxmlformats.org/officeDocument/2006/relationships/chart" Target="/ppt/slides/charts/chart2.xml" Id="R6b6726b7d61c47b6" /><Relationship Type="http://schemas.openxmlformats.org/officeDocument/2006/relationships/notesSlide" Target="/ppt/notesSlides/notesSlide10.xml" Id="R415e55c5413a4b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cbe1cd754c77" /><Relationship Type="http://schemas.openxmlformats.org/officeDocument/2006/relationships/notesSlide" Target="/ppt/notesSlides/notesSlide11.xml" Id="Rc8aebf64203540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78796bdbe4665" /><Relationship Type="http://schemas.openxmlformats.org/officeDocument/2006/relationships/notesSlide" Target="/ppt/notesSlides/notesSlide12.xml" Id="R017bd234a16248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8ed1758b24b6b" /><Relationship Type="http://schemas.openxmlformats.org/officeDocument/2006/relationships/notesSlide" Target="/ppt/notesSlides/notesSlide13.xml" Id="R509c2bbdf91a4ed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</c:ser>
        <c:ser>
          <c:idx val="1"/>
          <c:order val="1"/>
          <c:tx>
            <c:v>L2 英语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</c:v>
                </c:pt>
                <c:pt idx="1">
                  <c:v>68.55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汉语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</c:ser>
        <c:ser>
          <c:idx val="1"/>
          <c:order val="1"/>
          <c:tx>
            <c:v>L2 英语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“我重复了这么多英语词吗？” L1和L2词汇联想反应在不同时间及反应位置上的稳定性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DOI 10.1016/j.lingua.2024.103804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Major Program Fund of Jiangsu Education Department (2022SJZD126)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汇报内容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研究背景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9D737-1823-4517-B8D5-4C7DF9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研究背景、研究空白与研究问题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72B8B-14F5-497C-9954-4B80D7B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参与者与实验材料、实验过程、数据分析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90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主要结果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2FE48-A969-4877-A933-6FA97A0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整体差异、跨语言一致性与反应位置效应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讨论与结论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AF24-B739-472B-BD77-372349A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结果解释、研究贡献、局限与结论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研究背景与研究空白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定义（Definition）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同一学习者在不同时间面对同一刺激词时，重复产生相同反应词的程度。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本研究以两次测试之间的反应重复率（repetition rate）衡量 associative stability。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研究空白（Research Gap）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stability）是否不同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 L1 与 L2 中的联想稳定性是否一致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连续词汇联想任务（continuous WAT）的反应位置效应（response-position effect）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研究聚焦同一联想反应跨时间再次出现的概率。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stability）是否存在差异？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按学习者与按刺激词计算时，L1 与 L2 的稳定性是否相关？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第一、第二、第三个反应位置的联想稳定性是否不同？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参与者与实验材料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初始样本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有效样本  N = 39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来自 3 所高校的本科生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英语或英语教育专业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均通过大学英语四级（CET-4）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平均年龄 19.73 岁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实验材料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汉英翻译对等刺激词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词频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词类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具体性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名词、动词、形容词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具体词与抽象词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768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示例：kitchen / 厨房，smile / 微笑，value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实验过程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每种语言测试两次，两次间隔为两周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一种语言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另一种语言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1 相同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2 相同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每次测试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个刺激词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每个刺激词产出 3 个联想反应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不设时限，尽快作答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重测的时间、刺激词顺序和说明保持一致；参与者事先不知道会再次完成同一测试。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联想稳定性（associative stability, AS）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= 两次测试中重复反应的百分比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统计前进行词形还原（lemmatization）与拼写修正。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分析单位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个体层面的跨时间重复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刺激词层面的群体稳定性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比较 L1 与 L2 的重复率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相关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按学习者与刺激词分别计算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双因素方差分析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语言 × 反应位置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L2整体联想稳定性高于L1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学习者与刺激词两个层面的结果方向一致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F9F50477-6624-4D0E-B681-8BB0DEE1523B}"/>
              </a:ext>
            </a:extLst>
          </p:cNvPr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1dbb4169044c9f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+7.35 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+5.87 pp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按刺激词计算的群体稳定性高于学习者层面的反应稳定性。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学习者层面的跨语言一致性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按学习者（by participant）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中重复率较高的学习者，在 L2 中通常也有较高重复率。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按刺激词（by item）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翻译对等刺激词在两种语言中未呈现稳定的对应关系。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跨语言一致性主要体现在学习者层面。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联想稳定性随反应位置后移而下降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从第一个到第三个反应，L1 与 L2 的联想稳定性均持续下降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BB6BA2EF-76B5-4FEE-A499-09495A6E443B}"/>
              </a:ext>
            </a:extLst>
          </p:cNvPr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6726b7d61c47b6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反应位置效应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双因素模型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语言主效应  p = .156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交互作用  p = .621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反应位置是主要影响因素。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第三个反应位置中，平均重复约 2 个 L1 反应和 3 个 L2 反应。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L2联想稳定性较高的解释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研究结果可以用词汇网络（lexical network）视角进行解读。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词汇网络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词汇量更大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语义连接更丰富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竞争性反应更多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不同测试中可及的反应更多，重复率相对较低。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词汇网络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可及反应较少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语义连接较弱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优势表征更突出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优势反应更容易在不同测试中重复出现。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词项层面的影响还包括多义性、具体性和评分标准。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研究贡献与启示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理论视角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联想稳定性可作为观察双语心理词汇的重测指标。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分析层次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学习者、刺激词与反应位置的分析呈现不同模式。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方法启示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后续反应稳定性较低，个体差异更明显。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较高重复率可能反映可及反应的范围较窄。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研究局限与结论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同一语言两次测试间隔仅为两周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刺激词均为高频词，结果的适用范围有限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未比较稳定与不稳定反应的语义类别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L2 的整体重复率高于 L1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学习者层面的 L1 与 L2 稳定性显著相关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稳定性从第一个到第三个反应持续下降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联想稳定性反映同一词汇联系跨时间再次出现的可能性。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2026-10-10T10:31:33.3220000Z</dcterms:created>
  <dcterms:modified xsi:type="dcterms:W3CDTF">2026-10-10T10:31:33.3220000Z</dcterms:modified>
</coreProperties>
</file>