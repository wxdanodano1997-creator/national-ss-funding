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21"/>
  </p:notesMasterIdLst>
  <p:sldIdLst>
    <p:sldId id="257" r:id="rId2"/>
    <p:sldId id="352" r:id="rId3"/>
    <p:sldId id="354" r:id="rId4"/>
    <p:sldId id="378" r:id="rId5"/>
    <p:sldId id="357" r:id="rId6"/>
    <p:sldId id="374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58" r:id="rId16"/>
    <p:sldId id="375" r:id="rId17"/>
    <p:sldId id="376" r:id="rId18"/>
    <p:sldId id="377" r:id="rId19"/>
    <p:sldId id="35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2" autoAdjust="0"/>
    <p:restoredTop sz="80079" autoAdjust="0"/>
  </p:normalViewPr>
  <p:slideViewPr>
    <p:cSldViewPr snapToGrid="0">
      <p:cViewPr varScale="1">
        <p:scale>
          <a:sx n="79" d="100"/>
          <a:sy n="79" d="100"/>
        </p:scale>
        <p:origin x="55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3CDB9-4A0B-4DC9-A09B-E5B8A5F97B7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zh-CN" altLang="en-US"/>
        </a:p>
      </dgm:t>
    </dgm:pt>
    <dgm:pt modelId="{77BAB225-CBA5-499B-9D21-8DF34F7FC039}">
      <dgm:prSet phldrT="[文本]" custT="1"/>
      <dgm:spPr/>
      <dgm:t>
        <a:bodyPr/>
        <a:lstStyle/>
        <a:p>
          <a:r>
            <a:rPr lang="zh-CN" altLang="en-US" sz="2500" dirty="0">
              <a:latin typeface="黑体" panose="02010609060101010101" pitchFamily="49" charset="-122"/>
              <a:ea typeface="黑体" panose="02010609060101010101" pitchFamily="49" charset="-122"/>
            </a:rPr>
            <a:t>研究背景</a:t>
          </a:r>
        </a:p>
      </dgm:t>
    </dgm:pt>
    <dgm:pt modelId="{D6E8BEEF-19AC-4C46-8F19-FA2AE307B549}" type="parTrans" cxnId="{103DCF2A-E1B1-48D4-AD08-1CF0341B9914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8285E06-2087-4180-A8A7-81D113E34205}" type="sibTrans" cxnId="{103DCF2A-E1B1-48D4-AD08-1CF0341B9914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2B7CD0B-BCD2-49EE-96A6-F29061FB42C6}">
      <dgm:prSet phldrT="[文本]"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核心构念</a:t>
          </a:r>
          <a:endParaRPr lang="en-US" altLang="zh-CN" sz="2000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66B414A3-6C83-4F0E-A664-55479FD0D93B}" type="parTrans" cxnId="{0B513B0B-9D1F-475A-9CF4-5CE85B7F75B3}">
      <dgm:prSet custT="1"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0C7A63C4-E82A-4B1B-B45F-DACEDF010447}" type="sibTrans" cxnId="{0B513B0B-9D1F-475A-9CF4-5CE85B7F75B3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8626612-3B36-4E7B-9E17-99F98FAD73DD}">
      <dgm:prSet phldrT="[文本]"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研究空白</a:t>
          </a:r>
        </a:p>
      </dgm:t>
    </dgm:pt>
    <dgm:pt modelId="{699AEF5D-F3BC-4DBB-B179-4ED807563C3D}" type="parTrans" cxnId="{AD0F97FB-547F-4AB3-A14A-4D8D3B4D6B2B}">
      <dgm:prSet custT="1"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C5047B8F-8135-4DD8-A6FB-E5B84EDE9604}" type="sibTrans" cxnId="{AD0F97FB-547F-4AB3-A14A-4D8D3B4D6B2B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ACD65EF-CD02-487F-B780-EFDBACCC0D1D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研究问题</a:t>
          </a:r>
        </a:p>
      </dgm:t>
    </dgm:pt>
    <dgm:pt modelId="{F6CD0434-B13E-46CB-A6BA-B191E465AC23}" type="parTrans" cxnId="{36181B00-025B-4EF5-B024-EEEDD91F6494}">
      <dgm:prSet custT="1"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BACE80E-35EF-435E-81DE-E67AB9E14FA1}" type="sibTrans" cxnId="{36181B00-025B-4EF5-B024-EEEDD91F6494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EF94D13-234B-43BD-BE56-84F5CD7B004A}">
      <dgm:prSet custT="1"/>
      <dgm:spPr/>
      <dgm:t>
        <a:bodyPr/>
        <a:lstStyle/>
        <a:p>
          <a:r>
            <a:rPr lang="zh-CN" altLang="en-US" sz="2500" dirty="0">
              <a:latin typeface="黑体" panose="02010609060101010101" pitchFamily="49" charset="-122"/>
              <a:ea typeface="黑体" panose="02010609060101010101" pitchFamily="49" charset="-122"/>
            </a:rPr>
            <a:t>研究设计</a:t>
          </a:r>
        </a:p>
      </dgm:t>
    </dgm:pt>
    <dgm:pt modelId="{2C6FA7C6-B5BD-4D51-B7EB-E18BA09E09F5}" type="parTrans" cxnId="{B939346D-201A-4B2B-B73B-FAF063CFA606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B209B00-E033-4CE0-A9E4-7544BF0D4EE7}" type="sibTrans" cxnId="{B939346D-201A-4B2B-B73B-FAF063CFA606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AAB3E5C-435F-4BD1-A1DF-1D28439570ED}">
      <dgm:prSet custT="1"/>
      <dgm:spPr/>
      <dgm:t>
        <a:bodyPr/>
        <a:lstStyle/>
        <a:p>
          <a:r>
            <a:rPr lang="zh-CN" altLang="en-US" sz="2500" dirty="0">
              <a:latin typeface="黑体" panose="02010609060101010101" pitchFamily="49" charset="-122"/>
              <a:ea typeface="黑体" panose="02010609060101010101" pitchFamily="49" charset="-122"/>
            </a:rPr>
            <a:t>结果与讨论</a:t>
          </a:r>
        </a:p>
      </dgm:t>
    </dgm:pt>
    <dgm:pt modelId="{56FF1BE6-F9C6-4102-A6B8-7A50FFD646AE}" type="parTrans" cxnId="{6192E950-5CE9-43A1-8AD5-833F932722F1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6833F06-F15E-4B19-AAEF-270967D4A174}" type="sibTrans" cxnId="{6192E950-5CE9-43A1-8AD5-833F932722F1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3F032EB-8F09-4F2C-8DB4-CB447654D3A3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被试信息</a:t>
          </a:r>
        </a:p>
      </dgm:t>
    </dgm:pt>
    <dgm:pt modelId="{6E2A5E46-BAAE-4A8E-8206-BA5E91806BB2}" type="parTrans" cxnId="{1CCF5DBF-26C7-4EA1-88CB-DDF0DE2E3E3F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6EF9EF21-7A3A-4A95-B84D-CA39D668ED20}" type="sibTrans" cxnId="{1CCF5DBF-26C7-4EA1-88CB-DDF0DE2E3E3F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CB6DCAE-2204-49BA-89D6-7923467A5A53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实验材料</a:t>
          </a:r>
        </a:p>
      </dgm:t>
    </dgm:pt>
    <dgm:pt modelId="{C41BEF7A-F613-4F55-80C7-8E84CF3FD3FC}" type="parTrans" cxnId="{95FE0375-1BF6-420F-BA99-0AF73C58A06F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9A235CC-B073-460F-9D8E-37536A899E6D}" type="sibTrans" cxnId="{95FE0375-1BF6-420F-BA99-0AF73C58A06F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6F105FD-9FCD-475B-916C-9B94DF38098A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数据采集</a:t>
          </a:r>
        </a:p>
      </dgm:t>
    </dgm:pt>
    <dgm:pt modelId="{551D6764-FD17-473A-8F9A-02D7484FE30C}" type="parTrans" cxnId="{131C961B-4644-43F8-AECB-AB72633567E2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EF68F071-1C2C-44A2-9139-AE94E46D9B94}" type="sibTrans" cxnId="{131C961B-4644-43F8-AECB-AB72633567E2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0AC766B-5E5C-4B05-B273-F376F8DC4B0C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数据分析</a:t>
          </a:r>
        </a:p>
      </dgm:t>
    </dgm:pt>
    <dgm:pt modelId="{AF80E218-2DBF-4A45-A5F2-E8032AC9B17F}" type="parTrans" cxnId="{D51889F7-110A-4A23-9115-ED7F5DFE8543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3C092B04-070F-4955-B889-E6ECBCDEF078}" type="sibTrans" cxnId="{D51889F7-110A-4A23-9115-ED7F5DFE8543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7CEB30F-5301-4B6D-92DC-DA7377D79DDB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研究结果</a:t>
          </a:r>
        </a:p>
      </dgm:t>
    </dgm:pt>
    <dgm:pt modelId="{72747A59-1308-4742-9A9A-A3368913D02C}" type="parTrans" cxnId="{2146A3BD-F7E3-4374-8DF9-8EA9A0D6308E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46E3ACE-028C-4524-B620-D8972DCE75DF}" type="sibTrans" cxnId="{2146A3BD-F7E3-4374-8DF9-8EA9A0D6308E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1786BB0-B7FB-48A8-8813-D05AE37864A6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初步讨论</a:t>
          </a:r>
        </a:p>
      </dgm:t>
    </dgm:pt>
    <dgm:pt modelId="{F512928C-CEEC-4BAC-BC07-CE75E799E147}" type="parTrans" cxnId="{5F62563F-F778-42D3-BD03-BC8548F18894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867EC335-DE0C-46DF-8DD0-A01E9B87C662}" type="sibTrans" cxnId="{5F62563F-F778-42D3-BD03-BC8548F18894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F7F0E97-AA57-4E22-8CD1-2421BB0D036A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研究启示</a:t>
          </a:r>
        </a:p>
      </dgm:t>
    </dgm:pt>
    <dgm:pt modelId="{EE1BAA0B-F2C5-4B64-8AAA-C467131DCE40}" type="parTrans" cxnId="{32A90CF3-78E9-425E-B006-77EB302A35F7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2791D88-20B7-4BC4-97E6-9A60D8206F9F}" type="sibTrans" cxnId="{32A90CF3-78E9-425E-B006-77EB302A35F7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47AD2DD-C450-448F-BDE7-E10DABDC21EF}">
      <dgm:prSet custT="1"/>
      <dgm:spPr/>
      <dgm:t>
        <a:bodyPr/>
        <a:lstStyle/>
        <a:p>
          <a:r>
            <a:rPr lang="zh-CN" altLang="en-US" sz="2000" dirty="0">
              <a:latin typeface="楷体" panose="02010609060101010101" pitchFamily="49" charset="-122"/>
              <a:ea typeface="楷体" panose="02010609060101010101" pitchFamily="49" charset="-122"/>
            </a:rPr>
            <a:t>不足之处</a:t>
          </a:r>
        </a:p>
      </dgm:t>
    </dgm:pt>
    <dgm:pt modelId="{7E5C89A1-CD0C-4562-B554-5AD89BD92B4E}" type="parTrans" cxnId="{2A93AE16-500F-4B99-8E8A-2CEE99D3839E}">
      <dgm:prSet/>
      <dgm:spPr/>
      <dgm:t>
        <a:bodyPr/>
        <a:lstStyle/>
        <a:p>
          <a:endParaRPr lang="zh-CN" altLang="en-US" sz="200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8D2C2CE1-E2D4-404A-B3C9-AC68CE7C0947}" type="sibTrans" cxnId="{2A93AE16-500F-4B99-8E8A-2CEE99D3839E}">
      <dgm:prSet/>
      <dgm:spPr/>
      <dgm:t>
        <a:bodyPr/>
        <a:lstStyle/>
        <a:p>
          <a:endParaRPr lang="zh-CN" altLang="en-US" sz="250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EE88B9A-C192-4BBC-B3C7-7144D5007F00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38100" tIns="25400" rIns="38100" bIns="254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rPr>
            <a:t>现有研究</a:t>
          </a:r>
        </a:p>
      </dgm:t>
    </dgm:pt>
    <dgm:pt modelId="{BD7A428B-98CC-417C-BEB0-D0D713DC2316}" type="parTrans" cxnId="{6D88BE2E-04ED-47CB-B912-4853C53B61EE}">
      <dgm:prSet/>
      <dgm:spPr/>
      <dgm:t>
        <a:bodyPr/>
        <a:lstStyle/>
        <a:p>
          <a:endParaRPr lang="zh-CN" altLang="en-US"/>
        </a:p>
      </dgm:t>
    </dgm:pt>
    <dgm:pt modelId="{B39D0D3D-5832-45D9-A84F-B738607FD823}" type="sibTrans" cxnId="{6D88BE2E-04ED-47CB-B912-4853C53B61EE}">
      <dgm:prSet/>
      <dgm:spPr/>
      <dgm:t>
        <a:bodyPr/>
        <a:lstStyle/>
        <a:p>
          <a:endParaRPr lang="zh-CN" altLang="en-US"/>
        </a:p>
      </dgm:t>
    </dgm:pt>
    <dgm:pt modelId="{2D31F88B-6EAD-4E6F-A125-D186579B5DB7}" type="pres">
      <dgm:prSet presAssocID="{D883CDB9-4A0B-4DC9-A09B-E5B8A5F97B7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730880-2846-4FC0-929B-217D6A0BF490}" type="pres">
      <dgm:prSet presAssocID="{77BAB225-CBA5-499B-9D21-8DF34F7FC039}" presName="root" presStyleCnt="0"/>
      <dgm:spPr/>
    </dgm:pt>
    <dgm:pt modelId="{D0BA1A47-9F03-4E9E-AB44-F94E315E361B}" type="pres">
      <dgm:prSet presAssocID="{77BAB225-CBA5-499B-9D21-8DF34F7FC039}" presName="rootComposite" presStyleCnt="0"/>
      <dgm:spPr/>
    </dgm:pt>
    <dgm:pt modelId="{4FC9B28E-02DD-4423-AFC3-577A95518B34}" type="pres">
      <dgm:prSet presAssocID="{77BAB225-CBA5-499B-9D21-8DF34F7FC039}" presName="rootText" presStyleLbl="node1" presStyleIdx="0" presStyleCnt="3" custLinFactNeighborX="-28161" custLinFactNeighborY="-3176"/>
      <dgm:spPr/>
    </dgm:pt>
    <dgm:pt modelId="{C5A999BA-BBF7-4F2E-94BA-F535EC51E1D2}" type="pres">
      <dgm:prSet presAssocID="{77BAB225-CBA5-499B-9D21-8DF34F7FC039}" presName="rootConnector" presStyleLbl="node1" presStyleIdx="0" presStyleCnt="3"/>
      <dgm:spPr/>
    </dgm:pt>
    <dgm:pt modelId="{F3DDA6BC-6F4B-4DB0-B3AB-A64CFB82567C}" type="pres">
      <dgm:prSet presAssocID="{77BAB225-CBA5-499B-9D21-8DF34F7FC039}" presName="childShape" presStyleCnt="0"/>
      <dgm:spPr/>
    </dgm:pt>
    <dgm:pt modelId="{D6A57566-3159-43A4-9834-7005A30BE934}" type="pres">
      <dgm:prSet presAssocID="{66B414A3-6C83-4F0E-A664-55479FD0D93B}" presName="Name13" presStyleLbl="parChTrans1D2" presStyleIdx="0" presStyleCnt="12"/>
      <dgm:spPr/>
    </dgm:pt>
    <dgm:pt modelId="{88A4BB0C-EC70-4F89-BC0E-32A7DD039059}" type="pres">
      <dgm:prSet presAssocID="{E2B7CD0B-BCD2-49EE-96A6-F29061FB42C6}" presName="childText" presStyleLbl="bgAcc1" presStyleIdx="0" presStyleCnt="12" custScaleY="100647">
        <dgm:presLayoutVars>
          <dgm:bulletEnabled val="1"/>
        </dgm:presLayoutVars>
      </dgm:prSet>
      <dgm:spPr/>
    </dgm:pt>
    <dgm:pt modelId="{F7C97F07-AADD-4231-8027-A3D7E302326D}" type="pres">
      <dgm:prSet presAssocID="{BD7A428B-98CC-417C-BEB0-D0D713DC2316}" presName="Name13" presStyleLbl="parChTrans1D2" presStyleIdx="1" presStyleCnt="12"/>
      <dgm:spPr/>
    </dgm:pt>
    <dgm:pt modelId="{EE5CB40C-F488-45A0-A75F-6A036FD1CA17}" type="pres">
      <dgm:prSet presAssocID="{CEE88B9A-C192-4BBC-B3C7-7144D5007F00}" presName="childText" presStyleLbl="bgAcc1" presStyleIdx="1" presStyleCnt="12" custScaleY="95543">
        <dgm:presLayoutVars>
          <dgm:bulletEnabled val="1"/>
        </dgm:presLayoutVars>
      </dgm:prSet>
      <dgm:spPr>
        <a:xfrm>
          <a:off x="2081996" y="2185301"/>
          <a:ext cx="1396832" cy="873020"/>
        </a:xfrm>
        <a:prstGeom prst="roundRect">
          <a:avLst>
            <a:gd name="adj" fmla="val 10000"/>
          </a:avLst>
        </a:prstGeom>
      </dgm:spPr>
    </dgm:pt>
    <dgm:pt modelId="{5E6FD141-3458-4E01-9190-D31928D6E910}" type="pres">
      <dgm:prSet presAssocID="{699AEF5D-F3BC-4DBB-B179-4ED807563C3D}" presName="Name13" presStyleLbl="parChTrans1D2" presStyleIdx="2" presStyleCnt="12"/>
      <dgm:spPr/>
    </dgm:pt>
    <dgm:pt modelId="{4AEA1037-7348-451A-90A5-BC206D78C34E}" type="pres">
      <dgm:prSet presAssocID="{88626612-3B36-4E7B-9E17-99F98FAD73DD}" presName="childText" presStyleLbl="bgAcc1" presStyleIdx="2" presStyleCnt="12" custLinFactNeighborY="-7371">
        <dgm:presLayoutVars>
          <dgm:bulletEnabled val="1"/>
        </dgm:presLayoutVars>
      </dgm:prSet>
      <dgm:spPr/>
    </dgm:pt>
    <dgm:pt modelId="{1F5DF017-B313-493A-A32E-1FD5435549C9}" type="pres">
      <dgm:prSet presAssocID="{F6CD0434-B13E-46CB-A6BA-B191E465AC23}" presName="Name13" presStyleLbl="parChTrans1D2" presStyleIdx="3" presStyleCnt="12"/>
      <dgm:spPr/>
    </dgm:pt>
    <dgm:pt modelId="{4E170E05-8054-42F9-BCA0-BDB7821F6180}" type="pres">
      <dgm:prSet presAssocID="{FACD65EF-CD02-487F-B780-EFDBACCC0D1D}" presName="childText" presStyleLbl="bgAcc1" presStyleIdx="3" presStyleCnt="12" custScaleY="96663" custLinFactNeighborX="-476" custLinFactNeighborY="-11416">
        <dgm:presLayoutVars>
          <dgm:bulletEnabled val="1"/>
        </dgm:presLayoutVars>
      </dgm:prSet>
      <dgm:spPr/>
    </dgm:pt>
    <dgm:pt modelId="{23C33FEA-29F6-458C-8712-FA69EAD86891}" type="pres">
      <dgm:prSet presAssocID="{4EF94D13-234B-43BD-BE56-84F5CD7B004A}" presName="root" presStyleCnt="0"/>
      <dgm:spPr/>
    </dgm:pt>
    <dgm:pt modelId="{D1B025C9-2195-4951-A5B7-0F242D1F6B18}" type="pres">
      <dgm:prSet presAssocID="{4EF94D13-234B-43BD-BE56-84F5CD7B004A}" presName="rootComposite" presStyleCnt="0"/>
      <dgm:spPr/>
    </dgm:pt>
    <dgm:pt modelId="{386BA6B5-9C50-48A5-844E-53E5291757E3}" type="pres">
      <dgm:prSet presAssocID="{4EF94D13-234B-43BD-BE56-84F5CD7B004A}" presName="rootText" presStyleLbl="node1" presStyleIdx="1" presStyleCnt="3"/>
      <dgm:spPr/>
    </dgm:pt>
    <dgm:pt modelId="{B7674AE0-1DD2-4662-9877-5CEFE3459D45}" type="pres">
      <dgm:prSet presAssocID="{4EF94D13-234B-43BD-BE56-84F5CD7B004A}" presName="rootConnector" presStyleLbl="node1" presStyleIdx="1" presStyleCnt="3"/>
      <dgm:spPr/>
    </dgm:pt>
    <dgm:pt modelId="{C9C92531-A8E4-4DCB-90D2-C6916369801E}" type="pres">
      <dgm:prSet presAssocID="{4EF94D13-234B-43BD-BE56-84F5CD7B004A}" presName="childShape" presStyleCnt="0"/>
      <dgm:spPr/>
    </dgm:pt>
    <dgm:pt modelId="{9DD9F7A9-71E5-4911-9D07-E4AFEDC1206C}" type="pres">
      <dgm:prSet presAssocID="{6E2A5E46-BAAE-4A8E-8206-BA5E91806BB2}" presName="Name13" presStyleLbl="parChTrans1D2" presStyleIdx="4" presStyleCnt="12"/>
      <dgm:spPr/>
    </dgm:pt>
    <dgm:pt modelId="{C04C8270-2DBE-427A-9E51-21BAC00F58AE}" type="pres">
      <dgm:prSet presAssocID="{03F032EB-8F09-4F2C-8DB4-CB447654D3A3}" presName="childText" presStyleLbl="bgAcc1" presStyleIdx="4" presStyleCnt="12" custLinFactNeighborX="29017" custLinFactNeighborY="-5328">
        <dgm:presLayoutVars>
          <dgm:bulletEnabled val="1"/>
        </dgm:presLayoutVars>
      </dgm:prSet>
      <dgm:spPr/>
    </dgm:pt>
    <dgm:pt modelId="{1B05235B-3CE9-4A33-9F1C-37BE80F46F1F}" type="pres">
      <dgm:prSet presAssocID="{C41BEF7A-F613-4F55-80C7-8E84CF3FD3FC}" presName="Name13" presStyleLbl="parChTrans1D2" presStyleIdx="5" presStyleCnt="12"/>
      <dgm:spPr/>
    </dgm:pt>
    <dgm:pt modelId="{6044018F-002E-448F-9760-C9B64AF45BCC}" type="pres">
      <dgm:prSet presAssocID="{ACB6DCAE-2204-49BA-89D6-7923467A5A53}" presName="childText" presStyleLbl="bgAcc1" presStyleIdx="5" presStyleCnt="12" custLinFactNeighborX="28541" custLinFactNeighborY="-7371">
        <dgm:presLayoutVars>
          <dgm:bulletEnabled val="1"/>
        </dgm:presLayoutVars>
      </dgm:prSet>
      <dgm:spPr/>
    </dgm:pt>
    <dgm:pt modelId="{C3E86D4D-4609-4C0F-8225-8BC90D331E12}" type="pres">
      <dgm:prSet presAssocID="{551D6764-FD17-473A-8F9A-02D7484FE30C}" presName="Name13" presStyleLbl="parChTrans1D2" presStyleIdx="6" presStyleCnt="12"/>
      <dgm:spPr/>
    </dgm:pt>
    <dgm:pt modelId="{8CB4D083-B5E1-40FF-9E6D-D785B38DB02A}" type="pres">
      <dgm:prSet presAssocID="{C6F105FD-9FCD-475B-916C-9B94DF38098A}" presName="childText" presStyleLbl="bgAcc1" presStyleIdx="6" presStyleCnt="12" custLinFactNeighborX="28066" custLinFactNeighborY="-9894">
        <dgm:presLayoutVars>
          <dgm:bulletEnabled val="1"/>
        </dgm:presLayoutVars>
      </dgm:prSet>
      <dgm:spPr/>
    </dgm:pt>
    <dgm:pt modelId="{3661D93A-98C7-4C29-9A5D-95D9334A1459}" type="pres">
      <dgm:prSet presAssocID="{AF80E218-2DBF-4A45-A5F2-E8032AC9B17F}" presName="Name13" presStyleLbl="parChTrans1D2" presStyleIdx="7" presStyleCnt="12"/>
      <dgm:spPr/>
    </dgm:pt>
    <dgm:pt modelId="{2F67F8C3-2EA0-4D54-BC4B-2E6644850AA9}" type="pres">
      <dgm:prSet presAssocID="{00AC766B-5E5C-4B05-B273-F376F8DC4B0C}" presName="childText" presStyleLbl="bgAcc1" presStyleIdx="7" presStyleCnt="12" custScaleY="98958" custLinFactNeighborX="28541" custLinFactNeighborY="-11566">
        <dgm:presLayoutVars>
          <dgm:bulletEnabled val="1"/>
        </dgm:presLayoutVars>
      </dgm:prSet>
      <dgm:spPr/>
    </dgm:pt>
    <dgm:pt modelId="{19C51458-340F-4D1C-9774-D282AE00F13C}" type="pres">
      <dgm:prSet presAssocID="{CAAB3E5C-435F-4BD1-A1DF-1D28439570ED}" presName="root" presStyleCnt="0"/>
      <dgm:spPr/>
    </dgm:pt>
    <dgm:pt modelId="{BB0AF3CA-ECF3-4D02-A1A5-7DBD8684B8A3}" type="pres">
      <dgm:prSet presAssocID="{CAAB3E5C-435F-4BD1-A1DF-1D28439570ED}" presName="rootComposite" presStyleCnt="0"/>
      <dgm:spPr/>
    </dgm:pt>
    <dgm:pt modelId="{002877EB-EFF0-43DC-A30E-36C1F8C43B1F}" type="pres">
      <dgm:prSet presAssocID="{CAAB3E5C-435F-4BD1-A1DF-1D28439570ED}" presName="rootText" presStyleLbl="node1" presStyleIdx="2" presStyleCnt="3" custScaleX="123585" custLinFactNeighborX="32346" custLinFactNeighborY="-2809"/>
      <dgm:spPr/>
    </dgm:pt>
    <dgm:pt modelId="{8A55CAA5-D679-4DCF-9FA7-DC28FAB27F32}" type="pres">
      <dgm:prSet presAssocID="{CAAB3E5C-435F-4BD1-A1DF-1D28439570ED}" presName="rootConnector" presStyleLbl="node1" presStyleIdx="2" presStyleCnt="3"/>
      <dgm:spPr/>
    </dgm:pt>
    <dgm:pt modelId="{AC352D17-5F14-488C-BD9D-1812414F1BD1}" type="pres">
      <dgm:prSet presAssocID="{CAAB3E5C-435F-4BD1-A1DF-1D28439570ED}" presName="childShape" presStyleCnt="0"/>
      <dgm:spPr/>
    </dgm:pt>
    <dgm:pt modelId="{2AEF81A1-2AC0-4D71-9A4C-DBCCAF031705}" type="pres">
      <dgm:prSet presAssocID="{72747A59-1308-4742-9A9A-A3368913D02C}" presName="Name13" presStyleLbl="parChTrans1D2" presStyleIdx="8" presStyleCnt="12"/>
      <dgm:spPr/>
    </dgm:pt>
    <dgm:pt modelId="{287B2AE5-A46F-488A-A45A-C4CB10BC4773}" type="pres">
      <dgm:prSet presAssocID="{C7CEB30F-5301-4B6D-92DC-DA7377D79DDB}" presName="childText" presStyleLbl="bgAcc1" presStyleIdx="8" presStyleCnt="12" custLinFactNeighborX="77876" custLinFactNeighborY="-4383">
        <dgm:presLayoutVars>
          <dgm:bulletEnabled val="1"/>
        </dgm:presLayoutVars>
      </dgm:prSet>
      <dgm:spPr/>
    </dgm:pt>
    <dgm:pt modelId="{1CB5EF1A-7923-4DEB-B82D-8F80344C05CF}" type="pres">
      <dgm:prSet presAssocID="{F512928C-CEEC-4BAC-BC07-CE75E799E147}" presName="Name13" presStyleLbl="parChTrans1D2" presStyleIdx="9" presStyleCnt="12"/>
      <dgm:spPr/>
    </dgm:pt>
    <dgm:pt modelId="{6AC6D1F9-66DA-4E4F-B294-897877A07475}" type="pres">
      <dgm:prSet presAssocID="{C1786BB0-B7FB-48A8-8813-D05AE37864A6}" presName="childText" presStyleLbl="bgAcc1" presStyleIdx="9" presStyleCnt="12" custScaleY="94210" custLinFactNeighborX="79779" custLinFactNeighborY="-1183">
        <dgm:presLayoutVars>
          <dgm:bulletEnabled val="1"/>
        </dgm:presLayoutVars>
      </dgm:prSet>
      <dgm:spPr/>
    </dgm:pt>
    <dgm:pt modelId="{F4E4A18B-FED9-4EC2-8F48-0C02D1756C18}" type="pres">
      <dgm:prSet presAssocID="{EE1BAA0B-F2C5-4B64-8AAA-C467131DCE40}" presName="Name13" presStyleLbl="parChTrans1D2" presStyleIdx="10" presStyleCnt="12"/>
      <dgm:spPr/>
    </dgm:pt>
    <dgm:pt modelId="{61854F8A-F912-4FA0-A939-F0E46F3A6B2C}" type="pres">
      <dgm:prSet presAssocID="{1F7F0E97-AA57-4E22-8CD1-2421BB0D036A}" presName="childText" presStyleLbl="bgAcc1" presStyleIdx="10" presStyleCnt="12" custScaleY="98931" custLinFactNeighborX="80730" custLinFactNeighborY="-1121">
        <dgm:presLayoutVars>
          <dgm:bulletEnabled val="1"/>
        </dgm:presLayoutVars>
      </dgm:prSet>
      <dgm:spPr/>
    </dgm:pt>
    <dgm:pt modelId="{52D33DD1-2AB9-4A1C-B484-99796153C660}" type="pres">
      <dgm:prSet presAssocID="{7E5C89A1-CD0C-4562-B554-5AD89BD92B4E}" presName="Name13" presStyleLbl="parChTrans1D2" presStyleIdx="11" presStyleCnt="12"/>
      <dgm:spPr/>
    </dgm:pt>
    <dgm:pt modelId="{CD196009-A29A-453E-838E-BA2AF38267BB}" type="pres">
      <dgm:prSet presAssocID="{A47AD2DD-C450-448F-BDE7-E10DABDC21EF}" presName="childText" presStyleLbl="bgAcc1" presStyleIdx="11" presStyleCnt="12" custScaleY="98684" custLinFactNeighborX="81206" custLinFactNeighborY="811">
        <dgm:presLayoutVars>
          <dgm:bulletEnabled val="1"/>
        </dgm:presLayoutVars>
      </dgm:prSet>
      <dgm:spPr/>
    </dgm:pt>
  </dgm:ptLst>
  <dgm:cxnLst>
    <dgm:cxn modelId="{36181B00-025B-4EF5-B024-EEEDD91F6494}" srcId="{77BAB225-CBA5-499B-9D21-8DF34F7FC039}" destId="{FACD65EF-CD02-487F-B780-EFDBACCC0D1D}" srcOrd="3" destOrd="0" parTransId="{F6CD0434-B13E-46CB-A6BA-B191E465AC23}" sibTransId="{9BACE80E-35EF-435E-81DE-E67AB9E14FA1}"/>
    <dgm:cxn modelId="{31D79C0A-9231-4F94-AFDC-3073EA8C8936}" type="presOf" srcId="{AF80E218-2DBF-4A45-A5F2-E8032AC9B17F}" destId="{3661D93A-98C7-4C29-9A5D-95D9334A1459}" srcOrd="0" destOrd="0" presId="urn:microsoft.com/office/officeart/2005/8/layout/hierarchy3"/>
    <dgm:cxn modelId="{0B513B0B-9D1F-475A-9CF4-5CE85B7F75B3}" srcId="{77BAB225-CBA5-499B-9D21-8DF34F7FC039}" destId="{E2B7CD0B-BCD2-49EE-96A6-F29061FB42C6}" srcOrd="0" destOrd="0" parTransId="{66B414A3-6C83-4F0E-A664-55479FD0D93B}" sibTransId="{0C7A63C4-E82A-4B1B-B45F-DACEDF010447}"/>
    <dgm:cxn modelId="{57D9A60F-CF5D-4182-BC6A-4A84E8566D69}" type="presOf" srcId="{699AEF5D-F3BC-4DBB-B179-4ED807563C3D}" destId="{5E6FD141-3458-4E01-9190-D31928D6E910}" srcOrd="0" destOrd="0" presId="urn:microsoft.com/office/officeart/2005/8/layout/hierarchy3"/>
    <dgm:cxn modelId="{07A3A611-5EAC-45A2-8090-FE507FFA1967}" type="presOf" srcId="{7E5C89A1-CD0C-4562-B554-5AD89BD92B4E}" destId="{52D33DD1-2AB9-4A1C-B484-99796153C660}" srcOrd="0" destOrd="0" presId="urn:microsoft.com/office/officeart/2005/8/layout/hierarchy3"/>
    <dgm:cxn modelId="{2A93AE16-500F-4B99-8E8A-2CEE99D3839E}" srcId="{CAAB3E5C-435F-4BD1-A1DF-1D28439570ED}" destId="{A47AD2DD-C450-448F-BDE7-E10DABDC21EF}" srcOrd="3" destOrd="0" parTransId="{7E5C89A1-CD0C-4562-B554-5AD89BD92B4E}" sibTransId="{8D2C2CE1-E2D4-404A-B3C9-AC68CE7C0947}"/>
    <dgm:cxn modelId="{1943A017-3FBE-44D0-9BBD-708BBB2E9DA4}" type="presOf" srcId="{6E2A5E46-BAAE-4A8E-8206-BA5E91806BB2}" destId="{9DD9F7A9-71E5-4911-9D07-E4AFEDC1206C}" srcOrd="0" destOrd="0" presId="urn:microsoft.com/office/officeart/2005/8/layout/hierarchy3"/>
    <dgm:cxn modelId="{131C961B-4644-43F8-AECB-AB72633567E2}" srcId="{4EF94D13-234B-43BD-BE56-84F5CD7B004A}" destId="{C6F105FD-9FCD-475B-916C-9B94DF38098A}" srcOrd="2" destOrd="0" parTransId="{551D6764-FD17-473A-8F9A-02D7484FE30C}" sibTransId="{EF68F071-1C2C-44A2-9139-AE94E46D9B94}"/>
    <dgm:cxn modelId="{10B36423-870B-4BB0-9043-98D4AF580332}" type="presOf" srcId="{551D6764-FD17-473A-8F9A-02D7484FE30C}" destId="{C3E86D4D-4609-4C0F-8225-8BC90D331E12}" srcOrd="0" destOrd="0" presId="urn:microsoft.com/office/officeart/2005/8/layout/hierarchy3"/>
    <dgm:cxn modelId="{D45ED425-5CC8-4CEA-B392-026C38FCF56C}" type="presOf" srcId="{FACD65EF-CD02-487F-B780-EFDBACCC0D1D}" destId="{4E170E05-8054-42F9-BCA0-BDB7821F6180}" srcOrd="0" destOrd="0" presId="urn:microsoft.com/office/officeart/2005/8/layout/hierarchy3"/>
    <dgm:cxn modelId="{1E6D9B29-8F1D-498F-B380-06EC293F8873}" type="presOf" srcId="{4EF94D13-234B-43BD-BE56-84F5CD7B004A}" destId="{B7674AE0-1DD2-4662-9877-5CEFE3459D45}" srcOrd="1" destOrd="0" presId="urn:microsoft.com/office/officeart/2005/8/layout/hierarchy3"/>
    <dgm:cxn modelId="{103DCF2A-E1B1-48D4-AD08-1CF0341B9914}" srcId="{D883CDB9-4A0B-4DC9-A09B-E5B8A5F97B73}" destId="{77BAB225-CBA5-499B-9D21-8DF34F7FC039}" srcOrd="0" destOrd="0" parTransId="{D6E8BEEF-19AC-4C46-8F19-FA2AE307B549}" sibTransId="{D8285E06-2087-4180-A8A7-81D113E34205}"/>
    <dgm:cxn modelId="{6D88BE2E-04ED-47CB-B912-4853C53B61EE}" srcId="{77BAB225-CBA5-499B-9D21-8DF34F7FC039}" destId="{CEE88B9A-C192-4BBC-B3C7-7144D5007F00}" srcOrd="1" destOrd="0" parTransId="{BD7A428B-98CC-417C-BEB0-D0D713DC2316}" sibTransId="{B39D0D3D-5832-45D9-A84F-B738607FD823}"/>
    <dgm:cxn modelId="{C9C5183C-B2AB-45EC-B974-BDB2CEC839C7}" type="presOf" srcId="{E2B7CD0B-BCD2-49EE-96A6-F29061FB42C6}" destId="{88A4BB0C-EC70-4F89-BC0E-32A7DD039059}" srcOrd="0" destOrd="0" presId="urn:microsoft.com/office/officeart/2005/8/layout/hierarchy3"/>
    <dgm:cxn modelId="{5F62563F-F778-42D3-BD03-BC8548F18894}" srcId="{CAAB3E5C-435F-4BD1-A1DF-1D28439570ED}" destId="{C1786BB0-B7FB-48A8-8813-D05AE37864A6}" srcOrd="1" destOrd="0" parTransId="{F512928C-CEEC-4BAC-BC07-CE75E799E147}" sibTransId="{867EC335-DE0C-46DF-8DD0-A01E9B87C662}"/>
    <dgm:cxn modelId="{60F53866-3DF7-468C-B79E-0F8E45659879}" type="presOf" srcId="{CAAB3E5C-435F-4BD1-A1DF-1D28439570ED}" destId="{002877EB-EFF0-43DC-A30E-36C1F8C43B1F}" srcOrd="0" destOrd="0" presId="urn:microsoft.com/office/officeart/2005/8/layout/hierarchy3"/>
    <dgm:cxn modelId="{C326DF47-4944-43B1-8147-53DAECB0A874}" type="presOf" srcId="{66B414A3-6C83-4F0E-A664-55479FD0D93B}" destId="{D6A57566-3159-43A4-9834-7005A30BE934}" srcOrd="0" destOrd="0" presId="urn:microsoft.com/office/officeart/2005/8/layout/hierarchy3"/>
    <dgm:cxn modelId="{B939346D-201A-4B2B-B73B-FAF063CFA606}" srcId="{D883CDB9-4A0B-4DC9-A09B-E5B8A5F97B73}" destId="{4EF94D13-234B-43BD-BE56-84F5CD7B004A}" srcOrd="1" destOrd="0" parTransId="{2C6FA7C6-B5BD-4D51-B7EB-E18BA09E09F5}" sibTransId="{EB209B00-E033-4CE0-A9E4-7544BF0D4EE7}"/>
    <dgm:cxn modelId="{01B94A4E-809D-4356-996B-46DEC04B31C4}" type="presOf" srcId="{C1786BB0-B7FB-48A8-8813-D05AE37864A6}" destId="{6AC6D1F9-66DA-4E4F-B294-897877A07475}" srcOrd="0" destOrd="0" presId="urn:microsoft.com/office/officeart/2005/8/layout/hierarchy3"/>
    <dgm:cxn modelId="{8EC32250-6801-44F9-AE43-8B7363B2C869}" type="presOf" srcId="{ACB6DCAE-2204-49BA-89D6-7923467A5A53}" destId="{6044018F-002E-448F-9760-C9B64AF45BCC}" srcOrd="0" destOrd="0" presId="urn:microsoft.com/office/officeart/2005/8/layout/hierarchy3"/>
    <dgm:cxn modelId="{6192E950-5CE9-43A1-8AD5-833F932722F1}" srcId="{D883CDB9-4A0B-4DC9-A09B-E5B8A5F97B73}" destId="{CAAB3E5C-435F-4BD1-A1DF-1D28439570ED}" srcOrd="2" destOrd="0" parTransId="{56FF1BE6-F9C6-4102-A6B8-7A50FFD646AE}" sibTransId="{36833F06-F15E-4B19-AAEF-270967D4A174}"/>
    <dgm:cxn modelId="{F2610B51-095B-4990-86F2-A1879BD50FEA}" type="presOf" srcId="{D883CDB9-4A0B-4DC9-A09B-E5B8A5F97B73}" destId="{2D31F88B-6EAD-4E6F-A125-D186579B5DB7}" srcOrd="0" destOrd="0" presId="urn:microsoft.com/office/officeart/2005/8/layout/hierarchy3"/>
    <dgm:cxn modelId="{30A55E54-E357-4AD5-A1CD-683F01373A43}" type="presOf" srcId="{4EF94D13-234B-43BD-BE56-84F5CD7B004A}" destId="{386BA6B5-9C50-48A5-844E-53E5291757E3}" srcOrd="0" destOrd="0" presId="urn:microsoft.com/office/officeart/2005/8/layout/hierarchy3"/>
    <dgm:cxn modelId="{95FE0375-1BF6-420F-BA99-0AF73C58A06F}" srcId="{4EF94D13-234B-43BD-BE56-84F5CD7B004A}" destId="{ACB6DCAE-2204-49BA-89D6-7923467A5A53}" srcOrd="1" destOrd="0" parTransId="{C41BEF7A-F613-4F55-80C7-8E84CF3FD3FC}" sibTransId="{99A235CC-B073-460F-9D8E-37536A899E6D}"/>
    <dgm:cxn modelId="{EF988E90-8ECB-495F-9A36-5B7F402E966E}" type="presOf" srcId="{EE1BAA0B-F2C5-4B64-8AAA-C467131DCE40}" destId="{F4E4A18B-FED9-4EC2-8F48-0C02D1756C18}" srcOrd="0" destOrd="0" presId="urn:microsoft.com/office/officeart/2005/8/layout/hierarchy3"/>
    <dgm:cxn modelId="{ADC91BA4-93E2-4B15-B070-6C10833A1ABD}" type="presOf" srcId="{77BAB225-CBA5-499B-9D21-8DF34F7FC039}" destId="{4FC9B28E-02DD-4423-AFC3-577A95518B34}" srcOrd="0" destOrd="0" presId="urn:microsoft.com/office/officeart/2005/8/layout/hierarchy3"/>
    <dgm:cxn modelId="{C4F64BA7-EC4B-4064-B0F1-4B9B8B8C036C}" type="presOf" srcId="{03F032EB-8F09-4F2C-8DB4-CB447654D3A3}" destId="{C04C8270-2DBE-427A-9E51-21BAC00F58AE}" srcOrd="0" destOrd="0" presId="urn:microsoft.com/office/officeart/2005/8/layout/hierarchy3"/>
    <dgm:cxn modelId="{D48D5BAB-229E-45B1-A99A-2B65D1C959E2}" type="presOf" srcId="{C7CEB30F-5301-4B6D-92DC-DA7377D79DDB}" destId="{287B2AE5-A46F-488A-A45A-C4CB10BC4773}" srcOrd="0" destOrd="0" presId="urn:microsoft.com/office/officeart/2005/8/layout/hierarchy3"/>
    <dgm:cxn modelId="{59DBE6B3-C56F-4375-8F6D-21EA4B06C9E6}" type="presOf" srcId="{77BAB225-CBA5-499B-9D21-8DF34F7FC039}" destId="{C5A999BA-BBF7-4F2E-94BA-F535EC51E1D2}" srcOrd="1" destOrd="0" presId="urn:microsoft.com/office/officeart/2005/8/layout/hierarchy3"/>
    <dgm:cxn modelId="{B68318B5-59DA-4443-BB96-943D97FA1DC2}" type="presOf" srcId="{CAAB3E5C-435F-4BD1-A1DF-1D28439570ED}" destId="{8A55CAA5-D679-4DCF-9FA7-DC28FAB27F32}" srcOrd="1" destOrd="0" presId="urn:microsoft.com/office/officeart/2005/8/layout/hierarchy3"/>
    <dgm:cxn modelId="{04A3CDB7-AF84-47BC-9B4C-54A8DA3D16A9}" type="presOf" srcId="{88626612-3B36-4E7B-9E17-99F98FAD73DD}" destId="{4AEA1037-7348-451A-90A5-BC206D78C34E}" srcOrd="0" destOrd="0" presId="urn:microsoft.com/office/officeart/2005/8/layout/hierarchy3"/>
    <dgm:cxn modelId="{99886DB8-E8D9-4804-BDFC-33D8D22B324D}" type="presOf" srcId="{F512928C-CEEC-4BAC-BC07-CE75E799E147}" destId="{1CB5EF1A-7923-4DEB-B82D-8F80344C05CF}" srcOrd="0" destOrd="0" presId="urn:microsoft.com/office/officeart/2005/8/layout/hierarchy3"/>
    <dgm:cxn modelId="{F6297ABA-9EC5-403E-A633-DCCBFC648695}" type="presOf" srcId="{CEE88B9A-C192-4BBC-B3C7-7144D5007F00}" destId="{EE5CB40C-F488-45A0-A75F-6A036FD1CA17}" srcOrd="0" destOrd="0" presId="urn:microsoft.com/office/officeart/2005/8/layout/hierarchy3"/>
    <dgm:cxn modelId="{2146A3BD-F7E3-4374-8DF9-8EA9A0D6308E}" srcId="{CAAB3E5C-435F-4BD1-A1DF-1D28439570ED}" destId="{C7CEB30F-5301-4B6D-92DC-DA7377D79DDB}" srcOrd="0" destOrd="0" parTransId="{72747A59-1308-4742-9A9A-A3368913D02C}" sibTransId="{946E3ACE-028C-4524-B620-D8972DCE75DF}"/>
    <dgm:cxn modelId="{9232A1BE-416F-4B8E-A6B7-7D8474763FC2}" type="presOf" srcId="{72747A59-1308-4742-9A9A-A3368913D02C}" destId="{2AEF81A1-2AC0-4D71-9A4C-DBCCAF031705}" srcOrd="0" destOrd="0" presId="urn:microsoft.com/office/officeart/2005/8/layout/hierarchy3"/>
    <dgm:cxn modelId="{1CCF5DBF-26C7-4EA1-88CB-DDF0DE2E3E3F}" srcId="{4EF94D13-234B-43BD-BE56-84F5CD7B004A}" destId="{03F032EB-8F09-4F2C-8DB4-CB447654D3A3}" srcOrd="0" destOrd="0" parTransId="{6E2A5E46-BAAE-4A8E-8206-BA5E91806BB2}" sibTransId="{6EF9EF21-7A3A-4A95-B84D-CA39D668ED20}"/>
    <dgm:cxn modelId="{E32C45C8-B9B2-4BF0-8FDD-AA8606D5E5AA}" type="presOf" srcId="{C41BEF7A-F613-4F55-80C7-8E84CF3FD3FC}" destId="{1B05235B-3CE9-4A33-9F1C-37BE80F46F1F}" srcOrd="0" destOrd="0" presId="urn:microsoft.com/office/officeart/2005/8/layout/hierarchy3"/>
    <dgm:cxn modelId="{95ECDAD8-4C05-43F1-8A3C-9532D4BC058E}" type="presOf" srcId="{00AC766B-5E5C-4B05-B273-F376F8DC4B0C}" destId="{2F67F8C3-2EA0-4D54-BC4B-2E6644850AA9}" srcOrd="0" destOrd="0" presId="urn:microsoft.com/office/officeart/2005/8/layout/hierarchy3"/>
    <dgm:cxn modelId="{4A1EEEDD-8BA1-4510-BBBE-74BB8870D87B}" type="presOf" srcId="{A47AD2DD-C450-448F-BDE7-E10DABDC21EF}" destId="{CD196009-A29A-453E-838E-BA2AF38267BB}" srcOrd="0" destOrd="0" presId="urn:microsoft.com/office/officeart/2005/8/layout/hierarchy3"/>
    <dgm:cxn modelId="{E35095E1-3935-41C0-9978-B0A8973B4132}" type="presOf" srcId="{1F7F0E97-AA57-4E22-8CD1-2421BB0D036A}" destId="{61854F8A-F912-4FA0-A939-F0E46F3A6B2C}" srcOrd="0" destOrd="0" presId="urn:microsoft.com/office/officeart/2005/8/layout/hierarchy3"/>
    <dgm:cxn modelId="{B9EAC0EA-0228-4808-907E-B385A49977D5}" type="presOf" srcId="{C6F105FD-9FCD-475B-916C-9B94DF38098A}" destId="{8CB4D083-B5E1-40FF-9E6D-D785B38DB02A}" srcOrd="0" destOrd="0" presId="urn:microsoft.com/office/officeart/2005/8/layout/hierarchy3"/>
    <dgm:cxn modelId="{9FFC3AEE-3B51-41C6-8E08-E077FFE8719F}" type="presOf" srcId="{BD7A428B-98CC-417C-BEB0-D0D713DC2316}" destId="{F7C97F07-AADD-4231-8027-A3D7E302326D}" srcOrd="0" destOrd="0" presId="urn:microsoft.com/office/officeart/2005/8/layout/hierarchy3"/>
    <dgm:cxn modelId="{32A90CF3-78E9-425E-B006-77EB302A35F7}" srcId="{CAAB3E5C-435F-4BD1-A1DF-1D28439570ED}" destId="{1F7F0E97-AA57-4E22-8CD1-2421BB0D036A}" srcOrd="2" destOrd="0" parTransId="{EE1BAA0B-F2C5-4B64-8AAA-C467131DCE40}" sibTransId="{92791D88-20B7-4BC4-97E6-9A60D8206F9F}"/>
    <dgm:cxn modelId="{D51889F7-110A-4A23-9115-ED7F5DFE8543}" srcId="{4EF94D13-234B-43BD-BE56-84F5CD7B004A}" destId="{00AC766B-5E5C-4B05-B273-F376F8DC4B0C}" srcOrd="3" destOrd="0" parTransId="{AF80E218-2DBF-4A45-A5F2-E8032AC9B17F}" sibTransId="{3C092B04-070F-4955-B889-E6ECBCDEF078}"/>
    <dgm:cxn modelId="{AD0F97FB-547F-4AB3-A14A-4D8D3B4D6B2B}" srcId="{77BAB225-CBA5-499B-9D21-8DF34F7FC039}" destId="{88626612-3B36-4E7B-9E17-99F98FAD73DD}" srcOrd="2" destOrd="0" parTransId="{699AEF5D-F3BC-4DBB-B179-4ED807563C3D}" sibTransId="{C5047B8F-8135-4DD8-A6FB-E5B84EDE9604}"/>
    <dgm:cxn modelId="{823277FC-D8A9-4187-8F91-555B679FA67F}" type="presOf" srcId="{F6CD0434-B13E-46CB-A6BA-B191E465AC23}" destId="{1F5DF017-B313-493A-A32E-1FD5435549C9}" srcOrd="0" destOrd="0" presId="urn:microsoft.com/office/officeart/2005/8/layout/hierarchy3"/>
    <dgm:cxn modelId="{70E1F294-3C4A-4432-9DEB-59D099198512}" type="presParOf" srcId="{2D31F88B-6EAD-4E6F-A125-D186579B5DB7}" destId="{BD730880-2846-4FC0-929B-217D6A0BF490}" srcOrd="0" destOrd="0" presId="urn:microsoft.com/office/officeart/2005/8/layout/hierarchy3"/>
    <dgm:cxn modelId="{8FA974D0-AC7C-4598-BA63-FCC5B583B427}" type="presParOf" srcId="{BD730880-2846-4FC0-929B-217D6A0BF490}" destId="{D0BA1A47-9F03-4E9E-AB44-F94E315E361B}" srcOrd="0" destOrd="0" presId="urn:microsoft.com/office/officeart/2005/8/layout/hierarchy3"/>
    <dgm:cxn modelId="{4D89C90E-C5DC-44A0-A74D-8EA4E8FECF7B}" type="presParOf" srcId="{D0BA1A47-9F03-4E9E-AB44-F94E315E361B}" destId="{4FC9B28E-02DD-4423-AFC3-577A95518B34}" srcOrd="0" destOrd="0" presId="urn:microsoft.com/office/officeart/2005/8/layout/hierarchy3"/>
    <dgm:cxn modelId="{B52C0D48-E6FD-4F29-BE41-6DB4D330CCA8}" type="presParOf" srcId="{D0BA1A47-9F03-4E9E-AB44-F94E315E361B}" destId="{C5A999BA-BBF7-4F2E-94BA-F535EC51E1D2}" srcOrd="1" destOrd="0" presId="urn:microsoft.com/office/officeart/2005/8/layout/hierarchy3"/>
    <dgm:cxn modelId="{6314C530-BD02-41BE-828B-28AE4B6A9EC1}" type="presParOf" srcId="{BD730880-2846-4FC0-929B-217D6A0BF490}" destId="{F3DDA6BC-6F4B-4DB0-B3AB-A64CFB82567C}" srcOrd="1" destOrd="0" presId="urn:microsoft.com/office/officeart/2005/8/layout/hierarchy3"/>
    <dgm:cxn modelId="{601F5B67-76E6-4A75-9C68-F6B45DF14341}" type="presParOf" srcId="{F3DDA6BC-6F4B-4DB0-B3AB-A64CFB82567C}" destId="{D6A57566-3159-43A4-9834-7005A30BE934}" srcOrd="0" destOrd="0" presId="urn:microsoft.com/office/officeart/2005/8/layout/hierarchy3"/>
    <dgm:cxn modelId="{20C4513C-D4CF-4DC2-927D-747C9E84D851}" type="presParOf" srcId="{F3DDA6BC-6F4B-4DB0-B3AB-A64CFB82567C}" destId="{88A4BB0C-EC70-4F89-BC0E-32A7DD039059}" srcOrd="1" destOrd="0" presId="urn:microsoft.com/office/officeart/2005/8/layout/hierarchy3"/>
    <dgm:cxn modelId="{DC582CB0-FF68-4C48-98E7-7A9F7C7A8011}" type="presParOf" srcId="{F3DDA6BC-6F4B-4DB0-B3AB-A64CFB82567C}" destId="{F7C97F07-AADD-4231-8027-A3D7E302326D}" srcOrd="2" destOrd="0" presId="urn:microsoft.com/office/officeart/2005/8/layout/hierarchy3"/>
    <dgm:cxn modelId="{E8D9269B-5B2D-4469-B85C-0DBFA04ED102}" type="presParOf" srcId="{F3DDA6BC-6F4B-4DB0-B3AB-A64CFB82567C}" destId="{EE5CB40C-F488-45A0-A75F-6A036FD1CA17}" srcOrd="3" destOrd="0" presId="urn:microsoft.com/office/officeart/2005/8/layout/hierarchy3"/>
    <dgm:cxn modelId="{A769E0B3-D3B2-4EE3-AFAB-593F17DF2096}" type="presParOf" srcId="{F3DDA6BC-6F4B-4DB0-B3AB-A64CFB82567C}" destId="{5E6FD141-3458-4E01-9190-D31928D6E910}" srcOrd="4" destOrd="0" presId="urn:microsoft.com/office/officeart/2005/8/layout/hierarchy3"/>
    <dgm:cxn modelId="{AC424E09-AE6D-47E3-9177-6D65FF03D6A6}" type="presParOf" srcId="{F3DDA6BC-6F4B-4DB0-B3AB-A64CFB82567C}" destId="{4AEA1037-7348-451A-90A5-BC206D78C34E}" srcOrd="5" destOrd="0" presId="urn:microsoft.com/office/officeart/2005/8/layout/hierarchy3"/>
    <dgm:cxn modelId="{69F6BADA-0CCD-4CCF-9E1C-4FC58062AFD5}" type="presParOf" srcId="{F3DDA6BC-6F4B-4DB0-B3AB-A64CFB82567C}" destId="{1F5DF017-B313-493A-A32E-1FD5435549C9}" srcOrd="6" destOrd="0" presId="urn:microsoft.com/office/officeart/2005/8/layout/hierarchy3"/>
    <dgm:cxn modelId="{95EC1C87-0D5F-4180-ABCC-200D7DCDD98E}" type="presParOf" srcId="{F3DDA6BC-6F4B-4DB0-B3AB-A64CFB82567C}" destId="{4E170E05-8054-42F9-BCA0-BDB7821F6180}" srcOrd="7" destOrd="0" presId="urn:microsoft.com/office/officeart/2005/8/layout/hierarchy3"/>
    <dgm:cxn modelId="{32F3CF6C-2822-4E58-AE29-FBBFAC94FFF8}" type="presParOf" srcId="{2D31F88B-6EAD-4E6F-A125-D186579B5DB7}" destId="{23C33FEA-29F6-458C-8712-FA69EAD86891}" srcOrd="1" destOrd="0" presId="urn:microsoft.com/office/officeart/2005/8/layout/hierarchy3"/>
    <dgm:cxn modelId="{58409A65-A216-457C-94A8-A1CA4C8A8439}" type="presParOf" srcId="{23C33FEA-29F6-458C-8712-FA69EAD86891}" destId="{D1B025C9-2195-4951-A5B7-0F242D1F6B18}" srcOrd="0" destOrd="0" presId="urn:microsoft.com/office/officeart/2005/8/layout/hierarchy3"/>
    <dgm:cxn modelId="{38D0F24B-ACD5-4BFB-9EC8-3DC033179250}" type="presParOf" srcId="{D1B025C9-2195-4951-A5B7-0F242D1F6B18}" destId="{386BA6B5-9C50-48A5-844E-53E5291757E3}" srcOrd="0" destOrd="0" presId="urn:microsoft.com/office/officeart/2005/8/layout/hierarchy3"/>
    <dgm:cxn modelId="{B6E36B4D-36DF-4882-8656-4CA60956F224}" type="presParOf" srcId="{D1B025C9-2195-4951-A5B7-0F242D1F6B18}" destId="{B7674AE0-1DD2-4662-9877-5CEFE3459D45}" srcOrd="1" destOrd="0" presId="urn:microsoft.com/office/officeart/2005/8/layout/hierarchy3"/>
    <dgm:cxn modelId="{6453A668-683F-4C62-B59F-9319D672064A}" type="presParOf" srcId="{23C33FEA-29F6-458C-8712-FA69EAD86891}" destId="{C9C92531-A8E4-4DCB-90D2-C6916369801E}" srcOrd="1" destOrd="0" presId="urn:microsoft.com/office/officeart/2005/8/layout/hierarchy3"/>
    <dgm:cxn modelId="{F929F72B-0CB1-440B-AE90-F5353D71F9F4}" type="presParOf" srcId="{C9C92531-A8E4-4DCB-90D2-C6916369801E}" destId="{9DD9F7A9-71E5-4911-9D07-E4AFEDC1206C}" srcOrd="0" destOrd="0" presId="urn:microsoft.com/office/officeart/2005/8/layout/hierarchy3"/>
    <dgm:cxn modelId="{5443F2EC-AB18-4B43-8C51-A477EDC1BE3D}" type="presParOf" srcId="{C9C92531-A8E4-4DCB-90D2-C6916369801E}" destId="{C04C8270-2DBE-427A-9E51-21BAC00F58AE}" srcOrd="1" destOrd="0" presId="urn:microsoft.com/office/officeart/2005/8/layout/hierarchy3"/>
    <dgm:cxn modelId="{A9AAD2F8-3BDF-4120-8619-D4145F595EE0}" type="presParOf" srcId="{C9C92531-A8E4-4DCB-90D2-C6916369801E}" destId="{1B05235B-3CE9-4A33-9F1C-37BE80F46F1F}" srcOrd="2" destOrd="0" presId="urn:microsoft.com/office/officeart/2005/8/layout/hierarchy3"/>
    <dgm:cxn modelId="{B774D478-068E-4680-A922-AF02D3CFA80C}" type="presParOf" srcId="{C9C92531-A8E4-4DCB-90D2-C6916369801E}" destId="{6044018F-002E-448F-9760-C9B64AF45BCC}" srcOrd="3" destOrd="0" presId="urn:microsoft.com/office/officeart/2005/8/layout/hierarchy3"/>
    <dgm:cxn modelId="{8E8A1FBC-9F0D-42BA-BFD1-5877D310027C}" type="presParOf" srcId="{C9C92531-A8E4-4DCB-90D2-C6916369801E}" destId="{C3E86D4D-4609-4C0F-8225-8BC90D331E12}" srcOrd="4" destOrd="0" presId="urn:microsoft.com/office/officeart/2005/8/layout/hierarchy3"/>
    <dgm:cxn modelId="{CA97CF28-AE20-4F22-B832-ECD55F319C73}" type="presParOf" srcId="{C9C92531-A8E4-4DCB-90D2-C6916369801E}" destId="{8CB4D083-B5E1-40FF-9E6D-D785B38DB02A}" srcOrd="5" destOrd="0" presId="urn:microsoft.com/office/officeart/2005/8/layout/hierarchy3"/>
    <dgm:cxn modelId="{3A9FB9B2-7AE8-4FBE-8409-0CD975CF73BB}" type="presParOf" srcId="{C9C92531-A8E4-4DCB-90D2-C6916369801E}" destId="{3661D93A-98C7-4C29-9A5D-95D9334A1459}" srcOrd="6" destOrd="0" presId="urn:microsoft.com/office/officeart/2005/8/layout/hierarchy3"/>
    <dgm:cxn modelId="{ED9A3ABE-19C5-4927-B2E9-8666840D0B53}" type="presParOf" srcId="{C9C92531-A8E4-4DCB-90D2-C6916369801E}" destId="{2F67F8C3-2EA0-4D54-BC4B-2E6644850AA9}" srcOrd="7" destOrd="0" presId="urn:microsoft.com/office/officeart/2005/8/layout/hierarchy3"/>
    <dgm:cxn modelId="{CDD5A353-2A68-4E2E-9AAE-85FC0D11580B}" type="presParOf" srcId="{2D31F88B-6EAD-4E6F-A125-D186579B5DB7}" destId="{19C51458-340F-4D1C-9774-D282AE00F13C}" srcOrd="2" destOrd="0" presId="urn:microsoft.com/office/officeart/2005/8/layout/hierarchy3"/>
    <dgm:cxn modelId="{AE297176-4A82-4F3A-A7EE-6C8B9A75BE3C}" type="presParOf" srcId="{19C51458-340F-4D1C-9774-D282AE00F13C}" destId="{BB0AF3CA-ECF3-4D02-A1A5-7DBD8684B8A3}" srcOrd="0" destOrd="0" presId="urn:microsoft.com/office/officeart/2005/8/layout/hierarchy3"/>
    <dgm:cxn modelId="{BE5B5A7B-262F-4F46-9F98-78A5EF450D09}" type="presParOf" srcId="{BB0AF3CA-ECF3-4D02-A1A5-7DBD8684B8A3}" destId="{002877EB-EFF0-43DC-A30E-36C1F8C43B1F}" srcOrd="0" destOrd="0" presId="urn:microsoft.com/office/officeart/2005/8/layout/hierarchy3"/>
    <dgm:cxn modelId="{50B581A9-7E53-4458-8F70-715CF7F360CA}" type="presParOf" srcId="{BB0AF3CA-ECF3-4D02-A1A5-7DBD8684B8A3}" destId="{8A55CAA5-D679-4DCF-9FA7-DC28FAB27F32}" srcOrd="1" destOrd="0" presId="urn:microsoft.com/office/officeart/2005/8/layout/hierarchy3"/>
    <dgm:cxn modelId="{E6DD568D-9BFF-420C-8E6F-9F50245D2D08}" type="presParOf" srcId="{19C51458-340F-4D1C-9774-D282AE00F13C}" destId="{AC352D17-5F14-488C-BD9D-1812414F1BD1}" srcOrd="1" destOrd="0" presId="urn:microsoft.com/office/officeart/2005/8/layout/hierarchy3"/>
    <dgm:cxn modelId="{C15074DA-F1B6-4981-A724-DCA705861469}" type="presParOf" srcId="{AC352D17-5F14-488C-BD9D-1812414F1BD1}" destId="{2AEF81A1-2AC0-4D71-9A4C-DBCCAF031705}" srcOrd="0" destOrd="0" presId="urn:microsoft.com/office/officeart/2005/8/layout/hierarchy3"/>
    <dgm:cxn modelId="{4A472AC9-64D4-4322-B8AB-F771E6435CEC}" type="presParOf" srcId="{AC352D17-5F14-488C-BD9D-1812414F1BD1}" destId="{287B2AE5-A46F-488A-A45A-C4CB10BC4773}" srcOrd="1" destOrd="0" presId="urn:microsoft.com/office/officeart/2005/8/layout/hierarchy3"/>
    <dgm:cxn modelId="{626225A8-C843-4036-A83E-6EBA7AD367AD}" type="presParOf" srcId="{AC352D17-5F14-488C-BD9D-1812414F1BD1}" destId="{1CB5EF1A-7923-4DEB-B82D-8F80344C05CF}" srcOrd="2" destOrd="0" presId="urn:microsoft.com/office/officeart/2005/8/layout/hierarchy3"/>
    <dgm:cxn modelId="{7D7BF160-C617-4914-9143-85C03FEEA1E9}" type="presParOf" srcId="{AC352D17-5F14-488C-BD9D-1812414F1BD1}" destId="{6AC6D1F9-66DA-4E4F-B294-897877A07475}" srcOrd="3" destOrd="0" presId="urn:microsoft.com/office/officeart/2005/8/layout/hierarchy3"/>
    <dgm:cxn modelId="{75798EDB-B746-453F-AEF5-8C8FCBF0E50C}" type="presParOf" srcId="{AC352D17-5F14-488C-BD9D-1812414F1BD1}" destId="{F4E4A18B-FED9-4EC2-8F48-0C02D1756C18}" srcOrd="4" destOrd="0" presId="urn:microsoft.com/office/officeart/2005/8/layout/hierarchy3"/>
    <dgm:cxn modelId="{E752EA4C-939B-469C-BE2C-A0B07BB829C4}" type="presParOf" srcId="{AC352D17-5F14-488C-BD9D-1812414F1BD1}" destId="{61854F8A-F912-4FA0-A939-F0E46F3A6B2C}" srcOrd="5" destOrd="0" presId="urn:microsoft.com/office/officeart/2005/8/layout/hierarchy3"/>
    <dgm:cxn modelId="{26ADAAE2-D34F-4078-9DA2-FDCE5F16439E}" type="presParOf" srcId="{AC352D17-5F14-488C-BD9D-1812414F1BD1}" destId="{52D33DD1-2AB9-4A1C-B484-99796153C660}" srcOrd="6" destOrd="0" presId="urn:microsoft.com/office/officeart/2005/8/layout/hierarchy3"/>
    <dgm:cxn modelId="{BFD6D4E1-DA78-4C26-BAEE-E6D5711887E8}" type="presParOf" srcId="{AC352D17-5F14-488C-BD9D-1812414F1BD1}" destId="{CD196009-A29A-453E-838E-BA2AF38267BB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9B28E-02DD-4423-AFC3-577A95518B34}">
      <dsp:nvSpPr>
        <dsp:cNvPr id="0" name=""/>
        <dsp:cNvSpPr/>
      </dsp:nvSpPr>
      <dsp:spPr>
        <a:xfrm>
          <a:off x="1235844" y="0"/>
          <a:ext cx="1748479" cy="87423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黑体" panose="02010609060101010101" pitchFamily="49" charset="-122"/>
              <a:ea typeface="黑体" panose="02010609060101010101" pitchFamily="49" charset="-122"/>
            </a:rPr>
            <a:t>研究背景</a:t>
          </a:r>
        </a:p>
      </dsp:txBody>
      <dsp:txXfrm>
        <a:off x="1261450" y="25606"/>
        <a:ext cx="1697267" cy="823027"/>
      </dsp:txXfrm>
    </dsp:sp>
    <dsp:sp modelId="{D6A57566-3159-43A4-9834-7005A30BE934}">
      <dsp:nvSpPr>
        <dsp:cNvPr id="0" name=""/>
        <dsp:cNvSpPr/>
      </dsp:nvSpPr>
      <dsp:spPr>
        <a:xfrm>
          <a:off x="1410692" y="874239"/>
          <a:ext cx="667237" cy="662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55"/>
              </a:lnTo>
              <a:lnTo>
                <a:pt x="667237" y="662155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A4BB0C-EC70-4F89-BC0E-32A7DD039059}">
      <dsp:nvSpPr>
        <dsp:cNvPr id="0" name=""/>
        <dsp:cNvSpPr/>
      </dsp:nvSpPr>
      <dsp:spPr>
        <a:xfrm>
          <a:off x="2077929" y="1096446"/>
          <a:ext cx="1398783" cy="8798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核心构念</a:t>
          </a:r>
          <a:endParaRPr lang="en-US" altLang="zh-CN" sz="2000" kern="1200" dirty="0">
            <a:latin typeface="楷体" panose="02010609060101010101" pitchFamily="49" charset="-122"/>
            <a:ea typeface="楷体" panose="02010609060101010101" pitchFamily="49" charset="-122"/>
          </a:endParaRPr>
        </a:p>
      </dsp:txBody>
      <dsp:txXfrm>
        <a:off x="2103700" y="1122217"/>
        <a:ext cx="1347241" cy="828354"/>
      </dsp:txXfrm>
    </dsp:sp>
    <dsp:sp modelId="{F7C97F07-AADD-4231-8027-A3D7E302326D}">
      <dsp:nvSpPr>
        <dsp:cNvPr id="0" name=""/>
        <dsp:cNvSpPr/>
      </dsp:nvSpPr>
      <dsp:spPr>
        <a:xfrm>
          <a:off x="1410692" y="874239"/>
          <a:ext cx="667237" cy="1738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300"/>
              </a:lnTo>
              <a:lnTo>
                <a:pt x="667237" y="1738300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CB40C-F488-45A0-A75F-6A036FD1CA17}">
      <dsp:nvSpPr>
        <dsp:cNvPr id="0" name=""/>
        <dsp:cNvSpPr/>
      </dsp:nvSpPr>
      <dsp:spPr>
        <a:xfrm>
          <a:off x="2077929" y="2194902"/>
          <a:ext cx="1398783" cy="83527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rPr>
            <a:t>现有研究</a:t>
          </a:r>
        </a:p>
      </dsp:txBody>
      <dsp:txXfrm>
        <a:off x="2102393" y="2219366"/>
        <a:ext cx="1349855" cy="786346"/>
      </dsp:txXfrm>
    </dsp:sp>
    <dsp:sp modelId="{5E6FD141-3458-4E01-9190-D31928D6E910}">
      <dsp:nvSpPr>
        <dsp:cNvPr id="0" name=""/>
        <dsp:cNvSpPr/>
      </dsp:nvSpPr>
      <dsp:spPr>
        <a:xfrm>
          <a:off x="1410692" y="874239"/>
          <a:ext cx="667237" cy="274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7177"/>
              </a:lnTo>
              <a:lnTo>
                <a:pt x="667237" y="2747177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EA1037-7348-451A-90A5-BC206D78C34E}">
      <dsp:nvSpPr>
        <dsp:cNvPr id="0" name=""/>
        <dsp:cNvSpPr/>
      </dsp:nvSpPr>
      <dsp:spPr>
        <a:xfrm>
          <a:off x="2077929" y="3184297"/>
          <a:ext cx="1398783" cy="874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63506"/>
              <a:satOff val="-1137"/>
              <a:lumOff val="48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研究空白</a:t>
          </a:r>
        </a:p>
      </dsp:txBody>
      <dsp:txXfrm>
        <a:off x="2103535" y="3209903"/>
        <a:ext cx="1347571" cy="823027"/>
      </dsp:txXfrm>
    </dsp:sp>
    <dsp:sp modelId="{1F5DF017-B313-493A-A32E-1FD5435549C9}">
      <dsp:nvSpPr>
        <dsp:cNvPr id="0" name=""/>
        <dsp:cNvSpPr/>
      </dsp:nvSpPr>
      <dsp:spPr>
        <a:xfrm>
          <a:off x="1410692" y="874239"/>
          <a:ext cx="660579" cy="3790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0027"/>
              </a:lnTo>
              <a:lnTo>
                <a:pt x="660579" y="3790027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170E05-8054-42F9-BCA0-BDB7821F6180}">
      <dsp:nvSpPr>
        <dsp:cNvPr id="0" name=""/>
        <dsp:cNvSpPr/>
      </dsp:nvSpPr>
      <dsp:spPr>
        <a:xfrm>
          <a:off x="2071271" y="4241733"/>
          <a:ext cx="1398783" cy="8450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95259"/>
              <a:satOff val="-1706"/>
              <a:lumOff val="72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研究问题</a:t>
          </a:r>
        </a:p>
      </dsp:txBody>
      <dsp:txXfrm>
        <a:off x="2096022" y="4266484"/>
        <a:ext cx="1349281" cy="795564"/>
      </dsp:txXfrm>
    </dsp:sp>
    <dsp:sp modelId="{386BA6B5-9C50-48A5-844E-53E5291757E3}">
      <dsp:nvSpPr>
        <dsp:cNvPr id="0" name=""/>
        <dsp:cNvSpPr/>
      </dsp:nvSpPr>
      <dsp:spPr>
        <a:xfrm>
          <a:off x="3913832" y="3647"/>
          <a:ext cx="1748479" cy="87423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黑体" panose="02010609060101010101" pitchFamily="49" charset="-122"/>
              <a:ea typeface="黑体" panose="02010609060101010101" pitchFamily="49" charset="-122"/>
            </a:rPr>
            <a:t>研究设计</a:t>
          </a:r>
        </a:p>
      </dsp:txBody>
      <dsp:txXfrm>
        <a:off x="3939438" y="29253"/>
        <a:ext cx="1697267" cy="823027"/>
      </dsp:txXfrm>
    </dsp:sp>
    <dsp:sp modelId="{9DD9F7A9-71E5-4911-9D07-E4AFEDC1206C}">
      <dsp:nvSpPr>
        <dsp:cNvPr id="0" name=""/>
        <dsp:cNvSpPr/>
      </dsp:nvSpPr>
      <dsp:spPr>
        <a:xfrm>
          <a:off x="4088680" y="877886"/>
          <a:ext cx="580732" cy="609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9100"/>
              </a:lnTo>
              <a:lnTo>
                <a:pt x="580732" y="609100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4C8270-2DBE-427A-9E51-21BAC00F58AE}">
      <dsp:nvSpPr>
        <dsp:cNvPr id="0" name=""/>
        <dsp:cNvSpPr/>
      </dsp:nvSpPr>
      <dsp:spPr>
        <a:xfrm>
          <a:off x="4669413" y="1049867"/>
          <a:ext cx="1398783" cy="874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27012"/>
              <a:satOff val="-2275"/>
              <a:lumOff val="96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被试信息</a:t>
          </a:r>
        </a:p>
      </dsp:txBody>
      <dsp:txXfrm>
        <a:off x="4695019" y="1075473"/>
        <a:ext cx="1347571" cy="823027"/>
      </dsp:txXfrm>
    </dsp:sp>
    <dsp:sp modelId="{1B05235B-3CE9-4A33-9F1C-37BE80F46F1F}">
      <dsp:nvSpPr>
        <dsp:cNvPr id="0" name=""/>
        <dsp:cNvSpPr/>
      </dsp:nvSpPr>
      <dsp:spPr>
        <a:xfrm>
          <a:off x="4088680" y="877886"/>
          <a:ext cx="574074" cy="1684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039"/>
              </a:lnTo>
              <a:lnTo>
                <a:pt x="574074" y="1684039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4018F-002E-448F-9760-C9B64AF45BCC}">
      <dsp:nvSpPr>
        <dsp:cNvPr id="0" name=""/>
        <dsp:cNvSpPr/>
      </dsp:nvSpPr>
      <dsp:spPr>
        <a:xfrm>
          <a:off x="4662755" y="2124806"/>
          <a:ext cx="1398783" cy="874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58765"/>
              <a:satOff val="-2844"/>
              <a:lumOff val="120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实验材料</a:t>
          </a:r>
        </a:p>
      </dsp:txBody>
      <dsp:txXfrm>
        <a:off x="4688361" y="2150412"/>
        <a:ext cx="1347571" cy="823027"/>
      </dsp:txXfrm>
    </dsp:sp>
    <dsp:sp modelId="{C3E86D4D-4609-4C0F-8225-8BC90D331E12}">
      <dsp:nvSpPr>
        <dsp:cNvPr id="0" name=""/>
        <dsp:cNvSpPr/>
      </dsp:nvSpPr>
      <dsp:spPr>
        <a:xfrm>
          <a:off x="4088680" y="877886"/>
          <a:ext cx="567430" cy="2754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4781"/>
              </a:lnTo>
              <a:lnTo>
                <a:pt x="567430" y="2754781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B4D083-B5E1-40FF-9E6D-D785B38DB02A}">
      <dsp:nvSpPr>
        <dsp:cNvPr id="0" name=""/>
        <dsp:cNvSpPr/>
      </dsp:nvSpPr>
      <dsp:spPr>
        <a:xfrm>
          <a:off x="4656111" y="3195548"/>
          <a:ext cx="1398783" cy="874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90518"/>
              <a:satOff val="-3412"/>
              <a:lumOff val="145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数据采集</a:t>
          </a:r>
        </a:p>
      </dsp:txBody>
      <dsp:txXfrm>
        <a:off x="4681717" y="3221154"/>
        <a:ext cx="1347571" cy="823027"/>
      </dsp:txXfrm>
    </dsp:sp>
    <dsp:sp modelId="{3661D93A-98C7-4C29-9A5D-95D9334A1459}">
      <dsp:nvSpPr>
        <dsp:cNvPr id="0" name=""/>
        <dsp:cNvSpPr/>
      </dsp:nvSpPr>
      <dsp:spPr>
        <a:xfrm>
          <a:off x="4088680" y="877886"/>
          <a:ext cx="574074" cy="38284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28409"/>
              </a:lnTo>
              <a:lnTo>
                <a:pt x="574074" y="3828409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7F8C3-2EA0-4D54-BC4B-2E6644850AA9}">
      <dsp:nvSpPr>
        <dsp:cNvPr id="0" name=""/>
        <dsp:cNvSpPr/>
      </dsp:nvSpPr>
      <dsp:spPr>
        <a:xfrm>
          <a:off x="4662755" y="4273731"/>
          <a:ext cx="1398783" cy="865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22271"/>
              <a:satOff val="-3981"/>
              <a:lumOff val="169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数据分析</a:t>
          </a:r>
        </a:p>
      </dsp:txBody>
      <dsp:txXfrm>
        <a:off x="4688094" y="4299070"/>
        <a:ext cx="1348105" cy="814452"/>
      </dsp:txXfrm>
    </dsp:sp>
    <dsp:sp modelId="{002877EB-EFF0-43DC-A30E-36C1F8C43B1F}">
      <dsp:nvSpPr>
        <dsp:cNvPr id="0" name=""/>
        <dsp:cNvSpPr/>
      </dsp:nvSpPr>
      <dsp:spPr>
        <a:xfrm>
          <a:off x="6664995" y="0"/>
          <a:ext cx="2160858" cy="87423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黑体" panose="02010609060101010101" pitchFamily="49" charset="-122"/>
              <a:ea typeface="黑体" panose="02010609060101010101" pitchFamily="49" charset="-122"/>
            </a:rPr>
            <a:t>结果与讨论</a:t>
          </a:r>
        </a:p>
      </dsp:txBody>
      <dsp:txXfrm>
        <a:off x="6690601" y="25606"/>
        <a:ext cx="2109646" cy="823027"/>
      </dsp:txXfrm>
    </dsp:sp>
    <dsp:sp modelId="{2AEF81A1-2AC0-4D71-9A4C-DBCCAF031705}">
      <dsp:nvSpPr>
        <dsp:cNvPr id="0" name=""/>
        <dsp:cNvSpPr/>
      </dsp:nvSpPr>
      <dsp:spPr>
        <a:xfrm>
          <a:off x="6881081" y="874239"/>
          <a:ext cx="739839" cy="6210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9"/>
              </a:lnTo>
              <a:lnTo>
                <a:pt x="739839" y="621009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B2AE5-A46F-488A-A45A-C4CB10BC4773}">
      <dsp:nvSpPr>
        <dsp:cNvPr id="0" name=""/>
        <dsp:cNvSpPr/>
      </dsp:nvSpPr>
      <dsp:spPr>
        <a:xfrm>
          <a:off x="7620920" y="1058128"/>
          <a:ext cx="1398783" cy="874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54024"/>
              <a:satOff val="-4550"/>
              <a:lumOff val="193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研究结果</a:t>
          </a:r>
        </a:p>
      </dsp:txBody>
      <dsp:txXfrm>
        <a:off x="7646526" y="1083734"/>
        <a:ext cx="1347571" cy="823027"/>
      </dsp:txXfrm>
    </dsp:sp>
    <dsp:sp modelId="{1CB5EF1A-7923-4DEB-B82D-8F80344C05CF}">
      <dsp:nvSpPr>
        <dsp:cNvPr id="0" name=""/>
        <dsp:cNvSpPr/>
      </dsp:nvSpPr>
      <dsp:spPr>
        <a:xfrm>
          <a:off x="6881081" y="874239"/>
          <a:ext cx="766458" cy="17164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6475"/>
              </a:lnTo>
              <a:lnTo>
                <a:pt x="766458" y="1716475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6D1F9-66DA-4E4F-B294-897877A07475}">
      <dsp:nvSpPr>
        <dsp:cNvPr id="0" name=""/>
        <dsp:cNvSpPr/>
      </dsp:nvSpPr>
      <dsp:spPr>
        <a:xfrm>
          <a:off x="7647539" y="2178904"/>
          <a:ext cx="1398783" cy="823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85777"/>
              <a:satOff val="-5119"/>
              <a:lumOff val="217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初步讨论</a:t>
          </a:r>
        </a:p>
      </dsp:txBody>
      <dsp:txXfrm>
        <a:off x="7671662" y="2203027"/>
        <a:ext cx="1350537" cy="775375"/>
      </dsp:txXfrm>
    </dsp:sp>
    <dsp:sp modelId="{F4E4A18B-FED9-4EC2-8F48-0C02D1756C18}">
      <dsp:nvSpPr>
        <dsp:cNvPr id="0" name=""/>
        <dsp:cNvSpPr/>
      </dsp:nvSpPr>
      <dsp:spPr>
        <a:xfrm>
          <a:off x="6881081" y="874239"/>
          <a:ext cx="779760" cy="2779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9834"/>
              </a:lnTo>
              <a:lnTo>
                <a:pt x="779760" y="2779834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54F8A-F912-4FA0-A939-F0E46F3A6B2C}">
      <dsp:nvSpPr>
        <dsp:cNvPr id="0" name=""/>
        <dsp:cNvSpPr/>
      </dsp:nvSpPr>
      <dsp:spPr>
        <a:xfrm>
          <a:off x="7660841" y="3221627"/>
          <a:ext cx="1398783" cy="8648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17530"/>
              <a:satOff val="-5687"/>
              <a:lumOff val="241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研究启示</a:t>
          </a:r>
        </a:p>
      </dsp:txBody>
      <dsp:txXfrm>
        <a:off x="7686173" y="3246959"/>
        <a:ext cx="1348119" cy="814230"/>
      </dsp:txXfrm>
    </dsp:sp>
    <dsp:sp modelId="{52D33DD1-2AB9-4A1C-B484-99796153C660}">
      <dsp:nvSpPr>
        <dsp:cNvPr id="0" name=""/>
        <dsp:cNvSpPr/>
      </dsp:nvSpPr>
      <dsp:spPr>
        <a:xfrm>
          <a:off x="6881081" y="874239"/>
          <a:ext cx="786418" cy="38790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79099"/>
              </a:lnTo>
              <a:lnTo>
                <a:pt x="786418" y="3879099"/>
              </a:lnTo>
            </a:path>
          </a:pathLst>
        </a:cu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196009-A29A-453E-838E-BA2AF38267BB}">
      <dsp:nvSpPr>
        <dsp:cNvPr id="0" name=""/>
        <dsp:cNvSpPr/>
      </dsp:nvSpPr>
      <dsp:spPr>
        <a:xfrm>
          <a:off x="7667499" y="4321971"/>
          <a:ext cx="1398783" cy="8627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楷体" panose="02010609060101010101" pitchFamily="49" charset="-122"/>
              <a:ea typeface="楷体" panose="02010609060101010101" pitchFamily="49" charset="-122"/>
            </a:rPr>
            <a:t>不足之处</a:t>
          </a:r>
        </a:p>
      </dsp:txBody>
      <dsp:txXfrm>
        <a:off x="7692768" y="4347240"/>
        <a:ext cx="1348245" cy="812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C7C5B-F9F8-414E-AC50-DB7CBB2667B2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CC0BF-3DF2-4620-949A-8A2B7F747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01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1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008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43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891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015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301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273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43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619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57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100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391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26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53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610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32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C0BF-3DF2-4620-949A-8A2B7F7479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22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CB930-0E2C-F4FB-17F7-2482F9488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C32CE8-DB59-564A-8C18-FC8105E2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8DC46-91F2-4AB4-D86F-512C3666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30D24-7290-48C0-B648-512EA72EC019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A330F-A957-8041-7288-5AEBD1965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BEDB1-AEEE-F02F-59E7-1F320413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9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9B5F8-806B-9142-893E-5D83DB2C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7069D0-33D5-B69C-8C57-BFEDD86A9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039E3-F10D-FFD3-953B-24B8A303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F1945F6-A5FD-4FD6-966F-A94D48EF557F}" type="datetime1">
              <a:rPr lang="zh-CN" altLang="en-US" smtClean="0"/>
              <a:t>2024/7/5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E49F5-3B65-955C-BE31-D959B394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苏州大学外国语学院 英语教育教学研究中心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42B72-AF36-EF2A-2BE9-0726A780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2777B66-5BA2-40CF-94C7-341E2FBADFE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081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DC643-EA4B-DE4A-8B09-E246A7EF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96BF6-2754-BB35-95E8-8084DB354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3ECEA-8D29-6F30-A2CE-D755711F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9267-56D1-42D3-BDB5-471A07DE9F64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ED8114-D012-E682-E360-0A940320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62D3D9-7915-F872-A3C8-16DC1C2B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51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F515C-4E85-F585-F299-4411471C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2A830-369A-5B13-08D1-61289FC47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BE893-570A-6AF7-4BAC-FD76A4E1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D081F9-226B-4BFF-EAE3-61BAD3B0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D5E2-5DCB-4B75-B57B-B10B99A9F92F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58FDE-C11C-DE95-1D5A-AAE64DB2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99907F-D6BC-28A1-61D7-6B3408AA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254A1-66F1-5827-C579-C408AC7C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85AFD3-6DE5-8704-D654-E5B3EEC84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1DF284-D121-E188-03EA-5D2250BBF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190B6A-53F9-9D00-B476-B8DD696FC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9C5B3B-C280-86BE-0FBF-6CD986305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0E3D74-F9F8-784D-E858-C79ECF5F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95E6-EC79-4C7E-9E00-CFFAE1AAEA44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D107DE-70BB-2087-2204-7A9E37AE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6D9828-B076-46B7-9F07-BAFB01BE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58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6D1FD-3E01-0876-9B36-5E9AC726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D185E3-6E94-8680-8BC5-AF05DCF8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A306-A178-4371-9677-460DD8EE2080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0D5539-9E3D-AFE3-D4D0-4B8C335D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53D16B-9494-255D-2251-61802B71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91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B42095-1074-2007-EC99-324C0FFD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F89D-1C34-4FCD-A5DF-6C4D6EF04EB5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F9382E-4B26-1678-D0C8-A40A793D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FE5C8-DCB6-58ED-B534-B6CDFF20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38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8036E-39BA-29C6-749D-74B0BB13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528BC-1ECA-B123-B076-405B72CF3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FEC90F-3085-EDF9-087D-A82726D2B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34F312-3EDA-2A68-F2CB-BB57F51F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6435-97DC-4C42-8D0E-5CCEBD27ACC0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EF5604-8F75-89D2-5883-8EC732C0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241EF1-9D0E-B2FA-E428-88D9F18C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45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E122F-FFD6-BB82-CE8A-3D98FBA5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297E7C-18D1-1EC9-9768-CD18EB8E6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B77ADD-0985-D86D-EF63-34BA1FB0D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DD6CDD-6930-8ED4-8902-F68859E9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339F-2C33-41C1-8BF6-F25AC5DF59B9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FE1AC-674F-CFA8-4150-D7724C42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8BB681-1B7D-624A-C44E-3AB73E50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75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F9187-86EC-971B-EC65-BCB2411C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201D96-57D6-AED1-18F0-2F9473012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86188-0DBB-A789-7885-FA19E2D1E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86984-BD7B-447C-A227-02601025246B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3EE16-4707-E13D-338F-39F3702B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B1B32-D0D4-8360-51BA-70E4FAA3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31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666D2A-D7CE-F8A7-1CBA-6853019C5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026E77-129F-BB1A-48AF-3DA7BD2B6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62902-FCB4-E00C-75EE-CF9406E9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9E79-B3C9-4C6B-81BF-81B5167E4EC3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ED17E-A0A8-8F6C-AEAC-5D98875E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8D8F5-D810-9F16-7E01-57543610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39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B93BB6-44B6-8588-288B-32F96BB5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649F4-7F16-FE2C-FDB8-855F8417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11C33-0363-0AB5-9D42-A4BCCE36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803A3-BA9F-4447-8873-8D0047F5AE6D}" type="datetime1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3F54F-EABB-C68F-0AA9-F6EC878C8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苏州大学外国语学院 英语教育教学研究中心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6E8EE-CB40-EB63-52A9-766178BEC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77B66-5BA2-40CF-94C7-341E2FBAD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7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A845D23-49AB-0EBD-CF16-07E15C35F4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6" t="-576" r="-2609" b="576"/>
          <a:stretch>
            <a:fillRect/>
          </a:stretch>
        </p:blipFill>
        <p:spPr>
          <a:xfrm>
            <a:off x="8562912" y="1374950"/>
            <a:ext cx="5930854" cy="5502692"/>
          </a:xfrm>
          <a:prstGeom prst="triangle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CA73475-76CB-E247-EC1A-E49BFA122F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" t="-2220" r="20197" b="1333"/>
          <a:stretch>
            <a:fillRect/>
          </a:stretch>
        </p:blipFill>
        <p:spPr>
          <a:xfrm>
            <a:off x="-4508207" y="-680462"/>
            <a:ext cx="8228750" cy="7036668"/>
          </a:xfrm>
          <a:prstGeom prst="parallelogram">
            <a:avLst>
              <a:gd name="adj" fmla="val 60942"/>
            </a:avLst>
          </a:prstGeom>
        </p:spPr>
      </p:pic>
      <p:sp>
        <p:nvSpPr>
          <p:cNvPr id="5" name="任意多边形: 形状 21">
            <a:extLst>
              <a:ext uri="{FF2B5EF4-FFF2-40B4-BE49-F238E27FC236}">
                <a16:creationId xmlns:a16="http://schemas.microsoft.com/office/drawing/2014/main" id="{E30809E9-A1E7-CEA3-0EEE-6A05307FFC3D}"/>
              </a:ext>
            </a:extLst>
          </p:cNvPr>
          <p:cNvSpPr/>
          <p:nvPr/>
        </p:nvSpPr>
        <p:spPr>
          <a:xfrm flipV="1">
            <a:off x="-1705094" y="-1778036"/>
            <a:ext cx="3653025" cy="4327703"/>
          </a:xfrm>
          <a:custGeom>
            <a:avLst/>
            <a:gdLst>
              <a:gd name="connsiteX0" fmla="*/ 0 w 3653025"/>
              <a:gd name="connsiteY0" fmla="*/ 4327703 h 4327703"/>
              <a:gd name="connsiteX1" fmla="*/ 3653025 w 3653025"/>
              <a:gd name="connsiteY1" fmla="*/ 4327703 h 4327703"/>
              <a:gd name="connsiteX2" fmla="*/ 1011865 w 3653025"/>
              <a:gd name="connsiteY2" fmla="*/ 0 h 4327703"/>
              <a:gd name="connsiteX3" fmla="*/ 0 w 3653025"/>
              <a:gd name="connsiteY3" fmla="*/ 1658003 h 432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025" h="4327703">
                <a:moveTo>
                  <a:pt x="0" y="4327703"/>
                </a:moveTo>
                <a:lnTo>
                  <a:pt x="3653025" y="4327703"/>
                </a:lnTo>
                <a:lnTo>
                  <a:pt x="1011865" y="0"/>
                </a:lnTo>
                <a:lnTo>
                  <a:pt x="0" y="1658003"/>
                </a:lnTo>
                <a:close/>
              </a:path>
            </a:pathLst>
          </a:custGeom>
          <a:solidFill>
            <a:srgbClr val="9D2E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9319B31-B7F1-070F-EEA4-D07CD5904F48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910D4-6A79-65F2-B425-1C851FD7E98A}"/>
              </a:ext>
            </a:extLst>
          </p:cNvPr>
          <p:cNvSpPr/>
          <p:nvPr/>
        </p:nvSpPr>
        <p:spPr>
          <a:xfrm>
            <a:off x="1679619" y="1279949"/>
            <a:ext cx="8832760" cy="43277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E171205-23EE-F714-71B3-E0A19065151D}"/>
              </a:ext>
            </a:extLst>
          </p:cNvPr>
          <p:cNvCxnSpPr/>
          <p:nvPr/>
        </p:nvCxnSpPr>
        <p:spPr>
          <a:xfrm>
            <a:off x="2981076" y="3136825"/>
            <a:ext cx="62298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">
            <a:extLst>
              <a:ext uri="{FF2B5EF4-FFF2-40B4-BE49-F238E27FC236}">
                <a16:creationId xmlns:a16="http://schemas.microsoft.com/office/drawing/2014/main" id="{65CEA5F3-42F7-A715-46BF-19E67264DBE0}"/>
              </a:ext>
            </a:extLst>
          </p:cNvPr>
          <p:cNvSpPr txBox="1"/>
          <p:nvPr/>
        </p:nvSpPr>
        <p:spPr>
          <a:xfrm>
            <a:off x="1336991" y="1452092"/>
            <a:ext cx="9518015" cy="1482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Gill Sans MT" panose="020B0502020104020203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Effects of Language Type and Response Position </a:t>
            </a:r>
          </a:p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Gill Sans MT" panose="020B0502020104020203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on Associative Stability</a:t>
            </a:r>
            <a:endParaRPr lang="zh-CN" altLang="en-US" sz="3200" dirty="0">
              <a:latin typeface="Gill Sans MT" panose="020B0502020104020203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9E33E1-BD0C-4D43-955D-D42EF8BDFCAB}"/>
              </a:ext>
            </a:extLst>
          </p:cNvPr>
          <p:cNvSpPr txBox="1"/>
          <p:nvPr/>
        </p:nvSpPr>
        <p:spPr>
          <a:xfrm>
            <a:off x="4143712" y="3443821"/>
            <a:ext cx="4011253" cy="1667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汇报人：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王鑫 博士研究生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指导教师：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张萍 教授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单位：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苏州大学外国语学院</a:t>
            </a:r>
          </a:p>
        </p:txBody>
      </p:sp>
    </p:spTree>
    <p:extLst>
      <p:ext uri="{BB962C8B-B14F-4D97-AF65-F5344CB8AC3E}">
        <p14:creationId xmlns:p14="http://schemas.microsoft.com/office/powerpoint/2010/main" val="83898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8123522-B84D-656A-14DD-A164C462BC6B}"/>
              </a:ext>
            </a:extLst>
          </p:cNvPr>
          <p:cNvSpPr/>
          <p:nvPr/>
        </p:nvSpPr>
        <p:spPr>
          <a:xfrm rot="10800000" flipV="1">
            <a:off x="9802317" y="3647223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D1210EB5-E0E5-3E60-A136-E1A4028E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77B66-5BA2-40CF-94C7-341E2FBADF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603F81B-50F6-CE61-9C16-85347DC595C8}"/>
              </a:ext>
            </a:extLst>
          </p:cNvPr>
          <p:cNvSpPr/>
          <p:nvPr/>
        </p:nvSpPr>
        <p:spPr>
          <a:xfrm rot="10800000" flipH="1">
            <a:off x="0" y="0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5663F5E8-31DA-790F-AC78-903202D984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3931511"/>
              </p:ext>
            </p:extLst>
          </p:nvPr>
        </p:nvGraphicFramePr>
        <p:xfrm>
          <a:off x="1101738" y="753140"/>
          <a:ext cx="9988524" cy="524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282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309634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核心构念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809525" y="1365715"/>
            <a:ext cx="10673325" cy="35665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词汇联想（</a:t>
            </a: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Word Association</a:t>
            </a:r>
            <a:r>
              <a:rPr lang="zh-CN" altLang="en-US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词汇产出知识测量（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Meara &amp; Fitzpatrick 2000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词汇（语言）能力发展（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Kruse et al. 1987; </a:t>
            </a:r>
            <a:r>
              <a:rPr lang="en-US" altLang="zh-CN" dirty="0" err="1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Zareva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2007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心理词汇组织方式（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Jiang &amp; Zhang 2021; 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张萍 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2010; 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张珊珊 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2006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2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309634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核心构念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D3F3421-EB2B-38F6-37ED-8DD00092201F}"/>
              </a:ext>
            </a:extLst>
          </p:cNvPr>
          <p:cNvSpPr txBox="1">
            <a:spLocks/>
          </p:cNvSpPr>
          <p:nvPr/>
        </p:nvSpPr>
        <p:spPr>
          <a:xfrm>
            <a:off x="809524" y="1394297"/>
            <a:ext cx="9172675" cy="3683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联想稳定性（</a:t>
            </a: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Associative Stability</a:t>
            </a:r>
            <a:r>
              <a:rPr lang="zh-CN" altLang="en-US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方法论视角（</a:t>
            </a:r>
            <a:r>
              <a:rPr lang="de-DE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Gekoski &amp; Riegel 1966; 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Meara 1982; 2009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词汇表征视角（</a:t>
            </a: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de Bot &amp; Lowie 2010</a:t>
            </a: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词汇网络视角（本研究）</a:t>
            </a:r>
            <a:endParaRPr lang="en-US" altLang="zh-CN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Lexical network perspective (Meara 2009)</a:t>
            </a:r>
          </a:p>
          <a:p>
            <a:pPr lvl="2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Ontogenesis model of L2 lexical representation (Bordag et al. 2022)</a:t>
            </a:r>
          </a:p>
          <a:p>
            <a:pPr lvl="2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Multiplex lexical network (Stella et al. 2017)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97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现有研究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680475" y="1176479"/>
            <a:ext cx="10901925" cy="4558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一语研究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英语母语者联想稳定性（</a:t>
            </a:r>
            <a:r>
              <a:rPr lang="en-US" altLang="zh-CN" sz="2000" dirty="0" err="1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Brotsky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&amp; Linton 1967;</a:t>
            </a: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Fitzpatrick et al. 2015; Gekoski &amp; Riegel 1966</a:t>
            </a: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二语研究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英语学习者联想稳定性（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Fitzpatrick &amp; </a:t>
            </a:r>
            <a:r>
              <a:rPr lang="en-US" altLang="zh-CN" sz="2000" dirty="0" err="1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Clenton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2010; Fitzpatrick &amp; Meara 2004)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双语研究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阿拉伯语英语双语联想稳定性（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Dalrymple-Alford &amp; </a:t>
            </a:r>
            <a:r>
              <a:rPr lang="en-US" altLang="zh-CN" sz="2000" dirty="0" err="1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Aamiry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1970)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荷兰语英语双语联想稳定性（</a:t>
            </a:r>
            <a:r>
              <a:rPr lang="en-US" altLang="zh-CN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Van Hell &amp; De Groot 1998</a:t>
            </a:r>
            <a:r>
              <a:rPr lang="zh-CN" altLang="en-US" sz="2000" dirty="0">
                <a:latin typeface="Gill Sans MT" panose="020B0502020104020203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Gill Sans MT" panose="020B0502020104020203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9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研究空白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809523" y="1547461"/>
            <a:ext cx="7909883" cy="47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一语和二语各自的联想稳定性证据并不充分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DBB5520-20D5-54DF-7771-79C0301E4EC5}"/>
              </a:ext>
            </a:extLst>
          </p:cNvPr>
          <p:cNvSpPr txBox="1">
            <a:spLocks/>
          </p:cNvSpPr>
          <p:nvPr/>
        </p:nvSpPr>
        <p:spPr>
          <a:xfrm>
            <a:off x="809523" y="2535955"/>
            <a:ext cx="8723729" cy="1095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未考察一语和二语联想稳定性的个体内部一致程度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(Fitzpatrick 2009)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39401F6-E342-F576-1F18-1B3BEDC3AE37}"/>
              </a:ext>
            </a:extLst>
          </p:cNvPr>
          <p:cNvSpPr txBox="1">
            <a:spLocks/>
          </p:cNvSpPr>
          <p:nvPr/>
        </p:nvSpPr>
        <p:spPr>
          <a:xfrm>
            <a:off x="809523" y="3788737"/>
            <a:ext cx="8723729" cy="1157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zh-CN" altLang="en-US" sz="24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未探讨反应位置和语言类型对联想稳定性的共同影响</a:t>
            </a:r>
            <a:endParaRPr lang="en-US" altLang="zh-CN" sz="24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(De </a:t>
            </a:r>
            <a:r>
              <a:rPr lang="en-US" altLang="zh-CN" sz="2000" dirty="0" err="1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Deyne</a:t>
            </a: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&amp; Storms 2008; Lam &amp; Sheng 2020)</a:t>
            </a:r>
          </a:p>
        </p:txBody>
      </p:sp>
    </p:spTree>
    <p:extLst>
      <p:ext uri="{BB962C8B-B14F-4D97-AF65-F5344CB8AC3E}">
        <p14:creationId xmlns:p14="http://schemas.microsoft.com/office/powerpoint/2010/main" val="203335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研究问题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725870" y="1176479"/>
            <a:ext cx="10740260" cy="3210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6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Are there any differences between L1 and L2 associative stability?</a:t>
            </a:r>
          </a:p>
          <a:p>
            <a:pPr marL="457200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6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Are there any correlations between L1 and L2 associative stability? </a:t>
            </a:r>
          </a:p>
          <a:p>
            <a:pPr marL="457200" indent="-4572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6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Are there any response position effects on L1 and L2 associative stability?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5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被试信息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809525" y="1125967"/>
            <a:ext cx="7900079" cy="5179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40 Chinese university students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Mean age: 19.73 years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Mean length of L2 learning: 12.10 years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L2 proficiency: CET-4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Major: English, English education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17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10411690" y="3647222"/>
            <a:ext cx="1780309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实验材料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809525" y="1078054"/>
            <a:ext cx="8057384" cy="575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30 high-frequency English words (</a:t>
            </a:r>
            <a:r>
              <a:rPr lang="zh-CN" altLang="en-US" b="1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张萍 </a:t>
            </a:r>
            <a:r>
              <a:rPr lang="en-US" altLang="zh-CN" b="1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2010)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D68AE45-B244-978C-7A73-2032F27D2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8364"/>
              </p:ext>
            </p:extLst>
          </p:nvPr>
        </p:nvGraphicFramePr>
        <p:xfrm>
          <a:off x="917913" y="1823367"/>
          <a:ext cx="9333758" cy="4456263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260983">
                  <a:extLst>
                    <a:ext uri="{9D8B030D-6E8A-4147-A177-3AD203B41FA5}">
                      <a16:colId xmlns:a16="http://schemas.microsoft.com/office/drawing/2014/main" val="1295161092"/>
                    </a:ext>
                  </a:extLst>
                </a:gridCol>
                <a:gridCol w="2395733">
                  <a:extLst>
                    <a:ext uri="{9D8B030D-6E8A-4147-A177-3AD203B41FA5}">
                      <a16:colId xmlns:a16="http://schemas.microsoft.com/office/drawing/2014/main" val="4119714640"/>
                    </a:ext>
                  </a:extLst>
                </a:gridCol>
                <a:gridCol w="2276802">
                  <a:extLst>
                    <a:ext uri="{9D8B030D-6E8A-4147-A177-3AD203B41FA5}">
                      <a16:colId xmlns:a16="http://schemas.microsoft.com/office/drawing/2014/main" val="2904544187"/>
                    </a:ext>
                  </a:extLst>
                </a:gridCol>
                <a:gridCol w="2400240">
                  <a:extLst>
                    <a:ext uri="{9D8B030D-6E8A-4147-A177-3AD203B41FA5}">
                      <a16:colId xmlns:a16="http://schemas.microsoft.com/office/drawing/2014/main" val="335042351"/>
                    </a:ext>
                  </a:extLst>
                </a:gridCol>
              </a:tblGrid>
              <a:tr h="63660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Degree of concreteness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Word class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Examples of English cue words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Examples of Chinese cue words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183239"/>
                  </a:ext>
                </a:extLst>
              </a:tr>
              <a:tr h="636609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concrete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noun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kitchen, dog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厨房，狗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7162674"/>
                  </a:ext>
                </a:extLst>
              </a:tr>
              <a:tr h="6366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verb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smile, climb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微笑，攀爬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3483773"/>
                  </a:ext>
                </a:extLst>
              </a:tr>
              <a:tr h="6366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adjective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hot, soft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热的，柔软的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171383"/>
                  </a:ext>
                </a:extLst>
              </a:tr>
              <a:tr h="636609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abstract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noun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peace, value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和平，价值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0054123"/>
                  </a:ext>
                </a:extLst>
              </a:tr>
              <a:tr h="6366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verb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suppose, prefer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假设，偏向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6893233"/>
                  </a:ext>
                </a:extLst>
              </a:tr>
              <a:tr h="6366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adjective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proper, essential</a:t>
                      </a:r>
                      <a:endParaRPr lang="zh-CN" sz="12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zh-CN" sz="16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适当的，必需的</a:t>
                      </a:r>
                      <a:endParaRPr lang="zh-CN" sz="12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116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13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数据采集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47285" y="1112113"/>
            <a:ext cx="11297430" cy="5179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Web-based continuous word association task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 cue word – 3 response words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Two test sessions spaced two weeks apart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Instructions, time of administration, order of cue words kept constant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 descr="图形用户界面, 应用程序, Teams&#10;&#10;描述已自动生成">
            <a:extLst>
              <a:ext uri="{FF2B5EF4-FFF2-40B4-BE49-F238E27FC236}">
                <a16:creationId xmlns:a16="http://schemas.microsoft.com/office/drawing/2014/main" id="{BFB8A077-7CE8-21E6-078D-575A66D9F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90" y="1112113"/>
            <a:ext cx="11113620" cy="517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4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713881" y="1057286"/>
            <a:ext cx="11297430" cy="5664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13927 valid responses, 113 blank responses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Data treatment: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Plural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→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singular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Spelling correction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Derivations and multi-word responses retained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Statistical analysis: </a:t>
            </a:r>
            <a:r>
              <a:rPr lang="en-US" altLang="zh-CN" b="1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repetition rate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Independent-sample t-test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Pearson correlation test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Welch’s ANOVA, two-way ANOVA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chemeClr val="accent1">
                  <a:lumMod val="75000"/>
                </a:schemeClr>
              </a:solidFill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9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研究结果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47285" y="1112113"/>
            <a:ext cx="11297430" cy="5179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AE17C3-057F-A077-D70A-54038335AE1B}"/>
              </a:ext>
            </a:extLst>
          </p:cNvPr>
          <p:cNvSpPr txBox="1">
            <a:spLocks/>
          </p:cNvSpPr>
          <p:nvPr/>
        </p:nvSpPr>
        <p:spPr>
          <a:xfrm>
            <a:off x="809525" y="1213524"/>
            <a:ext cx="10267236" cy="1146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 Are there any differences between L1 and L2 associative stability?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Yes.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7D484FB-5B0B-60D1-89EC-5487695B3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557290"/>
              </p:ext>
            </p:extLst>
          </p:nvPr>
        </p:nvGraphicFramePr>
        <p:xfrm>
          <a:off x="917913" y="2586103"/>
          <a:ext cx="9725890" cy="251609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332735">
                  <a:extLst>
                    <a:ext uri="{9D8B030D-6E8A-4147-A177-3AD203B41FA5}">
                      <a16:colId xmlns:a16="http://schemas.microsoft.com/office/drawing/2014/main" val="1494077546"/>
                    </a:ext>
                  </a:extLst>
                </a:gridCol>
                <a:gridCol w="996130">
                  <a:extLst>
                    <a:ext uri="{9D8B030D-6E8A-4147-A177-3AD203B41FA5}">
                      <a16:colId xmlns:a16="http://schemas.microsoft.com/office/drawing/2014/main" val="2758920430"/>
                    </a:ext>
                  </a:extLst>
                </a:gridCol>
                <a:gridCol w="998077">
                  <a:extLst>
                    <a:ext uri="{9D8B030D-6E8A-4147-A177-3AD203B41FA5}">
                      <a16:colId xmlns:a16="http://schemas.microsoft.com/office/drawing/2014/main" val="669372524"/>
                    </a:ext>
                  </a:extLst>
                </a:gridCol>
                <a:gridCol w="996130">
                  <a:extLst>
                    <a:ext uri="{9D8B030D-6E8A-4147-A177-3AD203B41FA5}">
                      <a16:colId xmlns:a16="http://schemas.microsoft.com/office/drawing/2014/main" val="2457901602"/>
                    </a:ext>
                  </a:extLst>
                </a:gridCol>
                <a:gridCol w="996130">
                  <a:extLst>
                    <a:ext uri="{9D8B030D-6E8A-4147-A177-3AD203B41FA5}">
                      <a16:colId xmlns:a16="http://schemas.microsoft.com/office/drawing/2014/main" val="101846279"/>
                    </a:ext>
                  </a:extLst>
                </a:gridCol>
                <a:gridCol w="3406688">
                  <a:extLst>
                    <a:ext uri="{9D8B030D-6E8A-4147-A177-3AD203B41FA5}">
                      <a16:colId xmlns:a16="http://schemas.microsoft.com/office/drawing/2014/main" val="3967843101"/>
                    </a:ext>
                  </a:extLst>
                </a:gridCol>
              </a:tblGrid>
              <a:tr h="62902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endParaRPr lang="zh-CN" sz="11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Chinese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English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Independent t-test results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676344"/>
                  </a:ext>
                </a:extLst>
              </a:tr>
              <a:tr h="62902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 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%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SD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%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SD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519751"/>
                  </a:ext>
                </a:extLst>
              </a:tr>
              <a:tr h="62902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By-participant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31.74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10.46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39.09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10.86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RR </a:t>
                      </a:r>
                      <a:r>
                        <a:rPr lang="en-US" sz="1800" kern="100" baseline="-250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E</a:t>
                      </a: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 &gt; RR </a:t>
                      </a:r>
                      <a:r>
                        <a:rPr lang="en-US" sz="1800" kern="100" baseline="-250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C</a:t>
                      </a: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**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7152548"/>
                  </a:ext>
                </a:extLst>
              </a:tr>
              <a:tr h="62902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By-item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62.68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6.76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68.55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5.37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RR </a:t>
                      </a:r>
                      <a:r>
                        <a:rPr lang="en-US" sz="1800" kern="100" baseline="-25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E</a:t>
                      </a: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 &gt; RR </a:t>
                      </a:r>
                      <a:r>
                        <a:rPr lang="en-US" sz="1800" kern="100" baseline="-25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C</a:t>
                      </a:r>
                      <a:r>
                        <a:rPr lang="en-US" sz="1800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Gill Sans MT" panose="020B0502020104020203" pitchFamily="34" charset="0"/>
                        </a:rPr>
                        <a:t>***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Gill Sans MT" panose="020B0502020104020203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198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5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研究结果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47285" y="1112113"/>
            <a:ext cx="11297430" cy="5179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CCC75D1-9F03-5E1B-33B8-FC3C5AB498A9}"/>
              </a:ext>
            </a:extLst>
          </p:cNvPr>
          <p:cNvSpPr txBox="1">
            <a:spLocks/>
          </p:cNvSpPr>
          <p:nvPr/>
        </p:nvSpPr>
        <p:spPr>
          <a:xfrm>
            <a:off x="807503" y="1188313"/>
            <a:ext cx="10546297" cy="4824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 Are there any correlations between L1 and L2 associative stability?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Partially. </a:t>
            </a:r>
          </a:p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By-participant: Yes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 = 0.636, p &lt; 0.001, 95% CI [0.400, 0.792]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By-cue: No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 = 0.1547, p = 0.414, 95% CI [−0.2177, 0.4878]</a:t>
            </a:r>
          </a:p>
        </p:txBody>
      </p:sp>
    </p:spTree>
    <p:extLst>
      <p:ext uri="{BB962C8B-B14F-4D97-AF65-F5344CB8AC3E}">
        <p14:creationId xmlns:p14="http://schemas.microsoft.com/office/powerpoint/2010/main" val="191382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32742"/>
            <a:ext cx="23472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研究结果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47285" y="1112113"/>
            <a:ext cx="11297430" cy="5179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CCC75D1-9F03-5E1B-33B8-FC3C5AB498A9}"/>
              </a:ext>
            </a:extLst>
          </p:cNvPr>
          <p:cNvSpPr txBox="1">
            <a:spLocks/>
          </p:cNvSpPr>
          <p:nvPr/>
        </p:nvSpPr>
        <p:spPr>
          <a:xfrm>
            <a:off x="447285" y="974384"/>
            <a:ext cx="11297430" cy="56134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 Are there any response position effects on L1 and L2 associative stability?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Yes.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By-participant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Response position: p &lt; 0.001, η2 = 0.663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Language type: p = 0.156, η2 = 0.002.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Response position × Language type: p = 0.621, η2 = 0.0014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By-cue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Response position: p &lt; 0.001, </a:t>
            </a:r>
            <a:r>
              <a:rPr lang="el-GR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η² = 0.625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Language type:  p = 0.412, </a:t>
            </a:r>
            <a:r>
              <a:rPr lang="el-GR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η² = 0.004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Response position × Language type: p = 0.442, </a:t>
            </a:r>
            <a:r>
              <a:rPr lang="el-GR" altLang="zh-CN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η² = 0.009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0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10667999" y="3647222"/>
            <a:ext cx="1524000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4" y="342197"/>
            <a:ext cx="4570889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初步讨论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97105" y="1149889"/>
            <a:ext cx="10673325" cy="4558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Differences between L1 and L2 WA behavior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Consistent with Fitzpatrick &amp; </a:t>
            </a:r>
            <a:r>
              <a:rPr lang="en-US" altLang="zh-CN" sz="2100" dirty="0" err="1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Izura</a:t>
            </a: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(2011), Henriksen (2008), </a:t>
            </a:r>
            <a:r>
              <a:rPr lang="en-US" altLang="zh-CN" sz="2100" dirty="0" err="1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Zareva</a:t>
            </a: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(2007)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100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Inconsistent with Dalrymple-Alford &amp; </a:t>
            </a:r>
            <a:r>
              <a:rPr lang="en-US" altLang="zh-CN" sz="2100" dirty="0" err="1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Aamiry</a:t>
            </a:r>
            <a:r>
              <a:rPr lang="en-US" altLang="zh-CN" sz="2100" dirty="0">
                <a:solidFill>
                  <a:srgbClr val="C00000"/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(1970), Van Hell &amp; De Groot (1998)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Consistency between L1 and L2 WA behavior within individuals 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Consistent with Fitzpatrick (2007, 2009), Higginbotham (2010) 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WA behavior across response positions</a:t>
            </a: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Consistent with De </a:t>
            </a:r>
            <a:r>
              <a:rPr lang="en-US" altLang="zh-CN" sz="2100" dirty="0" err="1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Deyne</a:t>
            </a:r>
            <a:r>
              <a:rPr lang="en-US" altLang="zh-CN" sz="2100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&amp; Storms (2008a, 2008b), Lam &amp; Sheng (2020), Sheng et al. (2006)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5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6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10667999" y="3647222"/>
            <a:ext cx="1524000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4" y="342197"/>
            <a:ext cx="4570889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研究启示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97105" y="1239945"/>
            <a:ext cx="10673325" cy="2687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Link stability to the organization of lexical network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Understand L2 lexical behavior through the lens of L1 lexicon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Explore less common associative connections through continuous WA task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0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479763" y="512344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110460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417023" y="512344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792183" y="512344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10667999" y="3647222"/>
            <a:ext cx="1524000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746785" y="342197"/>
            <a:ext cx="2194834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不足之处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97105" y="1246872"/>
            <a:ext cx="10673325" cy="3415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 two-week interval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Associative stability of low-frequency words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dirty="0">
                <a:latin typeface="Gill Sans MT" panose="020B0502020104020203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Connection between stability research and category-based WA research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28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49E26D4-71F5-747D-6665-17F9B202621C}"/>
              </a:ext>
            </a:extLst>
          </p:cNvPr>
          <p:cNvSpPr/>
          <p:nvPr/>
        </p:nvSpPr>
        <p:spPr>
          <a:xfrm rot="5400000">
            <a:off x="333362" y="422090"/>
            <a:ext cx="251460" cy="216776"/>
          </a:xfrm>
          <a:prstGeom prst="triangle">
            <a:avLst/>
          </a:prstGeom>
          <a:solidFill>
            <a:srgbClr val="9D2E2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6528900-22C7-63D9-B624-FAE2288C1543}"/>
              </a:ext>
            </a:extLst>
          </p:cNvPr>
          <p:cNvSpPr/>
          <p:nvPr/>
        </p:nvSpPr>
        <p:spPr>
          <a:xfrm rot="5400000">
            <a:off x="958202" y="422090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62162E2-8D2A-F229-38BE-06F2FC68962A}"/>
              </a:ext>
            </a:extLst>
          </p:cNvPr>
          <p:cNvSpPr/>
          <p:nvPr/>
        </p:nvSpPr>
        <p:spPr>
          <a:xfrm rot="5400000">
            <a:off x="1270622" y="422090"/>
            <a:ext cx="251460" cy="216776"/>
          </a:xfrm>
          <a:prstGeom prst="triangle">
            <a:avLst/>
          </a:prstGeom>
          <a:solidFill>
            <a:srgbClr val="A93A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DDB23914-455B-674B-DF92-B0EDFF3F0EA2}"/>
              </a:ext>
            </a:extLst>
          </p:cNvPr>
          <p:cNvSpPr/>
          <p:nvPr/>
        </p:nvSpPr>
        <p:spPr>
          <a:xfrm rot="5400000">
            <a:off x="645782" y="422090"/>
            <a:ext cx="251460" cy="216776"/>
          </a:xfrm>
          <a:prstGeom prst="triangl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9C4ED6B-DD46-56A1-B5C5-58B6B5E210C6}"/>
              </a:ext>
            </a:extLst>
          </p:cNvPr>
          <p:cNvSpPr/>
          <p:nvPr/>
        </p:nvSpPr>
        <p:spPr>
          <a:xfrm rot="10800000" flipV="1">
            <a:off x="10667999" y="3647222"/>
            <a:ext cx="1524000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093DED-1781-8A68-FA25-2E083A748E07}"/>
              </a:ext>
            </a:extLst>
          </p:cNvPr>
          <p:cNvSpPr txBox="1">
            <a:spLocks/>
          </p:cNvSpPr>
          <p:nvPr/>
        </p:nvSpPr>
        <p:spPr>
          <a:xfrm>
            <a:off x="1600383" y="251943"/>
            <a:ext cx="4570889" cy="575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base"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Selected references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6FB4-A3AE-868A-7597-080694EA99A4}"/>
              </a:ext>
            </a:extLst>
          </p:cNvPr>
          <p:cNvSpPr txBox="1">
            <a:spLocks/>
          </p:cNvSpPr>
          <p:nvPr/>
        </p:nvSpPr>
        <p:spPr>
          <a:xfrm>
            <a:off x="497105" y="1246872"/>
            <a:ext cx="10673325" cy="3415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500" dirty="0">
              <a:latin typeface="Gill Sans MT" panose="020B0502020104020203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B83A-DE7C-489E-F7A4-90AD555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79ED03-5354-04FF-7468-37D2F661324E}"/>
              </a:ext>
            </a:extLst>
          </p:cNvPr>
          <p:cNvSpPr txBox="1"/>
          <p:nvPr/>
        </p:nvSpPr>
        <p:spPr>
          <a:xfrm>
            <a:off x="286909" y="980519"/>
            <a:ext cx="11407986" cy="5113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Fitzpatrick, T., </a:t>
            </a:r>
            <a:r>
              <a:rPr lang="en-US" altLang="zh-CN" sz="2000" dirty="0" err="1">
                <a:latin typeface="Gill Sans MT" panose="020B0502020104020203" pitchFamily="34" charset="0"/>
                <a:ea typeface="宋体" panose="02010600030101010101" pitchFamily="2" charset="-122"/>
              </a:rPr>
              <a:t>Playfoot</a:t>
            </a: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, D., Wray, A., &amp; Wright, M. J. (2015). Establishing the reliability of word association data for investigating individual and group differences. 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Applied Linguistics, 36(1), 23-50.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Jiang, N., &amp; Zhang, J. (2021). Form prominence in the L2 lexicon: Further evidence from word association. 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Second language research, 37(1), 69-90.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Kruse, H., Pankhurst, J., &amp; Smith, M. S. (1987). A multiple word association probe in second language acquisition research. 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Studies in Second Language Acquisition, 9(2), 141-154.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Meara, P. (2009). 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Connected Words: Word associations and second language vocabulary acquisition. John Benjamins Publishing Company. 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Van Hell, J. G., &amp; De Groot, A. M. (1998). Conceptual representation in bilingual memory: Effects of concreteness and cognate status in word association. 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Bilingualism: Language and Cognition, 1(3), 193-211.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Gill Sans MT" panose="020B0502020104020203" pitchFamily="34" charset="0"/>
                <a:ea typeface="宋体" panose="02010600030101010101" pitchFamily="2" charset="-122"/>
              </a:rPr>
              <a:t>张萍</a:t>
            </a: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. (2010). </a:t>
            </a:r>
            <a:r>
              <a:rPr lang="zh-CN" altLang="en-US" sz="2000" dirty="0">
                <a:latin typeface="Gill Sans MT" panose="020B0502020104020203" pitchFamily="34" charset="0"/>
                <a:ea typeface="宋体" panose="02010600030101010101" pitchFamily="2" charset="-122"/>
              </a:rPr>
              <a:t>中国英语学习者心理词库联想模式对比研究</a:t>
            </a: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. 《</a:t>
            </a:r>
            <a:r>
              <a:rPr lang="zh-CN" altLang="en-US" sz="2000" dirty="0">
                <a:latin typeface="Gill Sans MT" panose="020B0502020104020203" pitchFamily="34" charset="0"/>
                <a:ea typeface="宋体" panose="02010600030101010101" pitchFamily="2" charset="-122"/>
              </a:rPr>
              <a:t>外语教学与研究</a:t>
            </a:r>
            <a:r>
              <a:rPr lang="en-US" altLang="zh-CN" sz="2000" dirty="0">
                <a:latin typeface="Gill Sans MT" panose="020B0502020104020203" pitchFamily="34" charset="0"/>
                <a:ea typeface="宋体" panose="02010600030101010101" pitchFamily="2" charset="-122"/>
              </a:rPr>
              <a:t>》</a:t>
            </a:r>
            <a:r>
              <a:rPr lang="en-US" altLang="zh-CN" sz="2000" i="1" dirty="0">
                <a:latin typeface="Gill Sans MT" panose="020B0502020104020203" pitchFamily="34" charset="0"/>
                <a:ea typeface="宋体" panose="02010600030101010101" pitchFamily="2" charset="-122"/>
              </a:rPr>
              <a:t>, 42(01), 9-16+80. </a:t>
            </a:r>
          </a:p>
        </p:txBody>
      </p:sp>
    </p:spTree>
    <p:extLst>
      <p:ext uri="{BB962C8B-B14F-4D97-AF65-F5344CB8AC3E}">
        <p14:creationId xmlns:p14="http://schemas.microsoft.com/office/powerpoint/2010/main" val="100721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8123522-B84D-656A-14DD-A164C462BC6B}"/>
              </a:ext>
            </a:extLst>
          </p:cNvPr>
          <p:cNvSpPr/>
          <p:nvPr/>
        </p:nvSpPr>
        <p:spPr>
          <a:xfrm rot="10800000" flipV="1">
            <a:off x="9802317" y="3647222"/>
            <a:ext cx="2389683" cy="3210777"/>
          </a:xfrm>
          <a:custGeom>
            <a:avLst/>
            <a:gdLst>
              <a:gd name="connsiteX0" fmla="*/ 538670 w 2389683"/>
              <a:gd name="connsiteY0" fmla="*/ 0 h 3210777"/>
              <a:gd name="connsiteX1" fmla="*/ 0 w 2389683"/>
              <a:gd name="connsiteY1" fmla="*/ 934380 h 3210777"/>
              <a:gd name="connsiteX2" fmla="*/ 0 w 2389683"/>
              <a:gd name="connsiteY2" fmla="*/ 3210777 h 3210777"/>
              <a:gd name="connsiteX3" fmla="*/ 2389683 w 2389683"/>
              <a:gd name="connsiteY3" fmla="*/ 3210777 h 321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9683" h="3210777">
                <a:moveTo>
                  <a:pt x="538670" y="0"/>
                </a:moveTo>
                <a:lnTo>
                  <a:pt x="0" y="934380"/>
                </a:lnTo>
                <a:lnTo>
                  <a:pt x="0" y="3210777"/>
                </a:lnTo>
                <a:lnTo>
                  <a:pt x="2389683" y="3210777"/>
                </a:lnTo>
                <a:close/>
              </a:path>
            </a:pathLst>
          </a:custGeom>
          <a:solidFill>
            <a:srgbClr val="A93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D1210EB5-E0E5-3E60-A136-E1A4028E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7B66-5BA2-40CF-94C7-341E2FBADFE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46AD759-2145-2F9F-2DFB-72A8AA4F68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V="1">
            <a:off x="1" y="-1"/>
            <a:ext cx="2860964" cy="4733357"/>
          </a:xfrm>
          <a:custGeom>
            <a:avLst/>
            <a:gdLst>
              <a:gd name="connsiteX0" fmla="*/ 0 w 2896713"/>
              <a:gd name="connsiteY0" fmla="*/ 4733357 h 4733357"/>
              <a:gd name="connsiteX1" fmla="*/ 2896713 w 2896713"/>
              <a:gd name="connsiteY1" fmla="*/ 4733357 h 4733357"/>
              <a:gd name="connsiteX2" fmla="*/ 0 w 2896713"/>
              <a:gd name="connsiteY2" fmla="*/ 0 h 473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6713" h="4733357">
                <a:moveTo>
                  <a:pt x="0" y="4733357"/>
                </a:moveTo>
                <a:lnTo>
                  <a:pt x="2896713" y="473335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1">
            <a:extLst>
              <a:ext uri="{FF2B5EF4-FFF2-40B4-BE49-F238E27FC236}">
                <a16:creationId xmlns:a16="http://schemas.microsoft.com/office/drawing/2014/main" id="{28C02FBD-6FDF-180C-587F-360A577249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0" y="-1"/>
            <a:ext cx="3653025" cy="4327703"/>
          </a:xfrm>
          <a:custGeom>
            <a:avLst/>
            <a:gdLst>
              <a:gd name="connsiteX0" fmla="*/ 0 w 3653025"/>
              <a:gd name="connsiteY0" fmla="*/ 4327703 h 4327703"/>
              <a:gd name="connsiteX1" fmla="*/ 3653025 w 3653025"/>
              <a:gd name="connsiteY1" fmla="*/ 4327703 h 4327703"/>
              <a:gd name="connsiteX2" fmla="*/ 1011865 w 3653025"/>
              <a:gd name="connsiteY2" fmla="*/ 0 h 4327703"/>
              <a:gd name="connsiteX3" fmla="*/ 0 w 3653025"/>
              <a:gd name="connsiteY3" fmla="*/ 1658003 h 432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025" h="4327703">
                <a:moveTo>
                  <a:pt x="0" y="4327703"/>
                </a:moveTo>
                <a:lnTo>
                  <a:pt x="3653025" y="4327703"/>
                </a:lnTo>
                <a:lnTo>
                  <a:pt x="1011865" y="0"/>
                </a:lnTo>
                <a:lnTo>
                  <a:pt x="0" y="1658003"/>
                </a:lnTo>
                <a:close/>
              </a:path>
            </a:pathLst>
          </a:custGeom>
          <a:solidFill>
            <a:srgbClr val="9D2E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A00431-D07A-DD9A-4D58-A88EABF0C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892" y="2388515"/>
            <a:ext cx="6624215" cy="12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243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920-学院语言学学术沙龙第六期.pptx" id="{31DBAA49-3A2F-45F2-951F-518B91680935}" vid="{131CADF2-5B95-497F-B7C0-0F433637B80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148DE6-C39C-4750-8C6C-B0904DF4D208}">
  <we:reference id="wa200005566" version="3.0.0.2" store="zh-C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SUDA模板2024</Template>
  <TotalTime>2955</TotalTime>
  <Words>1110</Words>
  <Application>Microsoft Office PowerPoint</Application>
  <PresentationFormat>宽屏</PresentationFormat>
  <Paragraphs>213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等线 Light</vt:lpstr>
      <vt:lpstr>黑体</vt:lpstr>
      <vt:lpstr>楷体</vt:lpstr>
      <vt:lpstr>宋体</vt:lpstr>
      <vt:lpstr>微软雅黑</vt:lpstr>
      <vt:lpstr>Arial</vt:lpstr>
      <vt:lpstr>Gill Sans MT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修 马</dc:creator>
  <cp:lastModifiedBy>修 马</cp:lastModifiedBy>
  <cp:revision>24</cp:revision>
  <dcterms:created xsi:type="dcterms:W3CDTF">2024-05-19T08:58:07Z</dcterms:created>
  <dcterms:modified xsi:type="dcterms:W3CDTF">2024-07-05T14:43:33Z</dcterms:modified>
</cp:coreProperties>
</file>